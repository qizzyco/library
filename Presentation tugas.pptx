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5" r:id="rId6"/>
    <p:sldId id="264" r:id="rId7"/>
    <p:sldId id="260" r:id="rId8"/>
    <p:sldId id="261" r:id="rId9"/>
    <p:sldId id="262" r:id="rId10"/>
    <p:sldId id="263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>
        <p:scale>
          <a:sx n="160" d="100"/>
          <a:sy n="160" d="100"/>
        </p:scale>
        <p:origin x="-2826" y="-2220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5F811A-C636-4541-8D86-9CCDCE8D4E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E25ED1F-CF15-4427-AD31-99695E4189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465730-0C83-4041-943C-5C8B0BDF7A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000AD-92A4-4FC7-9618-B055C964A8CE}" type="datetimeFigureOut">
              <a:rPr lang="en-ID" smtClean="0"/>
              <a:t>12/01/2026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715D52-FF5E-4535-918C-3B278EEB90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CEBF2D-9458-4C86-838A-24A61F147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2162F-79BB-47C8-91A7-53A27406C0E8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2198305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816E75-9E6B-408C-B6F7-0870C6D23A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7E37DA-BBA0-4A20-9373-6719269EBB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03E31C-CD1E-43BB-B047-E96018DA73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000AD-92A4-4FC7-9618-B055C964A8CE}" type="datetimeFigureOut">
              <a:rPr lang="en-ID" smtClean="0"/>
              <a:t>12/01/2026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7AE6D3-814B-4BF3-ADE3-5D3E5AD476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4CCCC1-D81D-4069-8B9E-02890450A7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2162F-79BB-47C8-91A7-53A27406C0E8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2243521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00AA6E-3536-4644-85F8-A033D38868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82E8BE-B549-4CEC-82FB-5A5C623FBF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19564A-DA46-4AB1-BA32-D043E9ACCD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000AD-92A4-4FC7-9618-B055C964A8CE}" type="datetimeFigureOut">
              <a:rPr lang="en-ID" smtClean="0"/>
              <a:t>12/01/2026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514DDA-248B-4193-A6C2-26619B54CF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023ADB-00FD-44D5-8211-DD1719F727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2162F-79BB-47C8-91A7-53A27406C0E8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0332488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AA6769-56FD-4C81-ACB1-8CFF1A6E81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966C2C-8689-4A28-A859-5A9C9FA2952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43E401-DD53-4014-BEFD-046B96DF0E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582EC9-613F-4446-8FAF-769A782D5B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000AD-92A4-4FC7-9618-B055C964A8CE}" type="datetimeFigureOut">
              <a:rPr lang="en-ID" smtClean="0"/>
              <a:t>12/01/2026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339A3B-BB0D-47AB-A78A-AF2FA6738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74618C-48F7-432B-BBB7-871FDCAE2C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2162F-79BB-47C8-91A7-53A27406C0E8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0634995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7A79B6-F348-47E4-AAF5-ADEF6BCC25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8C5A4D-2950-4808-A7B7-BDFC28E211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D4971F-6DC2-42F5-ADAC-3D6D524E2B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F5F1934-45CC-4B40-813A-BC2B84A78B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C02FC5E-F194-4B44-86D9-E36D638660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F7F6ADC-BB9D-4034-8EA9-80C609FC48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000AD-92A4-4FC7-9618-B055C964A8CE}" type="datetimeFigureOut">
              <a:rPr lang="en-ID" smtClean="0"/>
              <a:t>12/01/2026</a:t>
            </a:fld>
            <a:endParaRPr lang="en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81E8CC2-ABD9-4D44-BFFA-A88FA1165B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A95BF3A-30C8-4C46-B1A8-7BF7B7093E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2162F-79BB-47C8-91A7-53A27406C0E8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2280340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ADD52B-9D25-4E2D-B68C-B5B4C25F0D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876780-411D-4E64-A355-5327CE91DD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000AD-92A4-4FC7-9618-B055C964A8CE}" type="datetimeFigureOut">
              <a:rPr lang="en-ID" smtClean="0"/>
              <a:t>12/01/2026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08D286B-5EB2-4164-9A9A-99A1F5722E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9721FBD-A318-431C-A5D3-0347526335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2162F-79BB-47C8-91A7-53A27406C0E8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5184332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BEB3A0E-46FA-484F-AD69-0A80A66AA4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000AD-92A4-4FC7-9618-B055C964A8CE}" type="datetimeFigureOut">
              <a:rPr lang="en-ID" smtClean="0"/>
              <a:t>12/01/2026</a:t>
            </a:fld>
            <a:endParaRPr lang="en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9BF4975-CAD2-4781-9DE1-8EAF3FFE18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1EE1EC-35B8-432C-8858-7449A2575B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2162F-79BB-47C8-91A7-53A27406C0E8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0750433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D91ED2-F45F-41A6-96F7-6B708EC9F9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4C6731-EDF0-40A9-9AED-0945621E4A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40E9B3-A0A1-4D73-9122-B82A1966B6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BE2765-7655-4CA5-8E21-E7AE2DDB6D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000AD-92A4-4FC7-9618-B055C964A8CE}" type="datetimeFigureOut">
              <a:rPr lang="en-ID" smtClean="0"/>
              <a:t>12/01/2026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C47635-D834-40D5-AC35-89729D12B9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79BC2B-1D26-4879-B82A-95EAD0663E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2162F-79BB-47C8-91A7-53A27406C0E8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9473166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82480A-5865-45D8-9C78-C837D0E05B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1B35CFF-7F23-40EB-A60A-44118972986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A26276-98DB-48D5-948B-B9D3F3C0B4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7A76D0-67BA-46C9-9D7A-130796EB03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000AD-92A4-4FC7-9618-B055C964A8CE}" type="datetimeFigureOut">
              <a:rPr lang="en-ID" smtClean="0"/>
              <a:t>12/01/2026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E99823-F1D0-4D4E-8EE6-6A64AF0CB6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B4C014-C34C-4CF1-8C88-74E06929E2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2162F-79BB-47C8-91A7-53A27406C0E8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1958008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99F120-6086-4DA9-9A58-C4203CDCBD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C1511A5-C61C-4F5F-A35C-0F0D0AA991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C4D8B6-5B7D-4AE9-9C54-C763145D65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000AD-92A4-4FC7-9618-B055C964A8CE}" type="datetimeFigureOut">
              <a:rPr lang="en-ID" smtClean="0"/>
              <a:t>12/01/2026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622EAA-4FC0-409E-9628-AC27C4452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30CE8D-1ECD-4993-8071-9DF4E2005F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2162F-79BB-47C8-91A7-53A27406C0E8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8458123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5363AE5-060C-4AF3-B4B6-7BC400C2088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7D7DCE-30EA-49E2-9E77-DA682E1914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CABFD2-F828-43E6-B2DD-0876462D2D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000AD-92A4-4FC7-9618-B055C964A8CE}" type="datetimeFigureOut">
              <a:rPr lang="en-ID" smtClean="0"/>
              <a:t>12/01/2026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B0FD9E-4315-40AA-BFF7-8E89FBB411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EAF03C-95D6-4A6E-B729-9DA36EC65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2162F-79BB-47C8-91A7-53A27406C0E8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0198995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02A8C99-FB04-40AD-8FA4-34B48022A2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B4499F-A37D-43E8-A1B9-A9148CA853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3032C8-EC9E-4EE7-988E-3F10CCE456A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D000AD-92A4-4FC7-9618-B055C964A8CE}" type="datetimeFigureOut">
              <a:rPr lang="en-ID" smtClean="0"/>
              <a:t>12/01/2026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D2DE30-41DF-4E78-84EB-BEF02489F9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E206BA-7775-4326-9A62-EB4C18E959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42162F-79BB-47C8-91A7-53A27406C0E8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9204672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jpeg"/><Relationship Id="rId3" Type="http://schemas.openxmlformats.org/officeDocument/2006/relationships/image" Target="../media/image2.png"/><Relationship Id="rId7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microsoft.com/office/2007/relationships/hdphoto" Target="../media/hdphoto2.wdp"/><Relationship Id="rId11" Type="http://schemas.openxmlformats.org/officeDocument/2006/relationships/image" Target="../media/image8.jpeg"/><Relationship Id="rId5" Type="http://schemas.openxmlformats.org/officeDocument/2006/relationships/image" Target="../media/image3.png"/><Relationship Id="rId10" Type="http://schemas.openxmlformats.org/officeDocument/2006/relationships/image" Target="../media/image7.jpeg"/><Relationship Id="rId4" Type="http://schemas.microsoft.com/office/2007/relationships/hdphoto" Target="../media/hdphoto1.wdp"/><Relationship Id="rId9" Type="http://schemas.openxmlformats.org/officeDocument/2006/relationships/image" Target="../media/image6.jpe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jpeg"/><Relationship Id="rId13" Type="http://schemas.openxmlformats.org/officeDocument/2006/relationships/image" Target="../media/image10.png"/><Relationship Id="rId3" Type="http://schemas.openxmlformats.org/officeDocument/2006/relationships/image" Target="../media/image3.png"/><Relationship Id="rId7" Type="http://schemas.openxmlformats.org/officeDocument/2006/relationships/image" Target="../media/image4.png"/><Relationship Id="rId12" Type="http://schemas.openxmlformats.org/officeDocument/2006/relationships/image" Target="../media/image9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11" Type="http://schemas.openxmlformats.org/officeDocument/2006/relationships/image" Target="../media/image8.jpeg"/><Relationship Id="rId5" Type="http://schemas.openxmlformats.org/officeDocument/2006/relationships/image" Target="../media/image2.png"/><Relationship Id="rId10" Type="http://schemas.openxmlformats.org/officeDocument/2006/relationships/image" Target="../media/image7.jpeg"/><Relationship Id="rId4" Type="http://schemas.microsoft.com/office/2007/relationships/hdphoto" Target="../media/hdphoto2.wdp"/><Relationship Id="rId9" Type="http://schemas.openxmlformats.org/officeDocument/2006/relationships/image" Target="../media/image6.jpeg"/><Relationship Id="rId14" Type="http://schemas.microsoft.com/office/2007/relationships/hdphoto" Target="../media/hdphoto3.wdp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jpeg"/><Relationship Id="rId13" Type="http://schemas.microsoft.com/office/2007/relationships/hdphoto" Target="../media/hdphoto4.wdp"/><Relationship Id="rId18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4.png"/><Relationship Id="rId12" Type="http://schemas.openxmlformats.org/officeDocument/2006/relationships/image" Target="../media/image11.png"/><Relationship Id="rId17" Type="http://schemas.microsoft.com/office/2007/relationships/hdphoto" Target="../media/hdphoto3.wdp"/><Relationship Id="rId2" Type="http://schemas.openxmlformats.org/officeDocument/2006/relationships/image" Target="../media/image1.jpeg"/><Relationship Id="rId16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11" Type="http://schemas.openxmlformats.org/officeDocument/2006/relationships/image" Target="../media/image8.jpeg"/><Relationship Id="rId5" Type="http://schemas.openxmlformats.org/officeDocument/2006/relationships/image" Target="../media/image2.png"/><Relationship Id="rId15" Type="http://schemas.microsoft.com/office/2007/relationships/hdphoto" Target="../media/hdphoto5.wdp"/><Relationship Id="rId10" Type="http://schemas.openxmlformats.org/officeDocument/2006/relationships/image" Target="../media/image7.jpeg"/><Relationship Id="rId19" Type="http://schemas.microsoft.com/office/2007/relationships/hdphoto" Target="../media/hdphoto6.wdp"/><Relationship Id="rId4" Type="http://schemas.microsoft.com/office/2007/relationships/hdphoto" Target="../media/hdphoto2.wdp"/><Relationship Id="rId9" Type="http://schemas.openxmlformats.org/officeDocument/2006/relationships/image" Target="../media/image6.jpeg"/><Relationship Id="rId1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7" Type="http://schemas.microsoft.com/office/2007/relationships/hdphoto" Target="../media/hdphoto3.wdp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microsoft.com/office/2007/relationships/hdphoto" Target="../media/hdphoto6.wdp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slide" Target="slide7.xml"/><Relationship Id="rId7" Type="http://schemas.openxmlformats.org/officeDocument/2006/relationships/slide" Target="slide9.xml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slide" Target="slide8.xml"/><Relationship Id="rId4" Type="http://schemas.openxmlformats.org/officeDocument/2006/relationships/image" Target="../media/image15.png"/><Relationship Id="rId9" Type="http://schemas.openxmlformats.org/officeDocument/2006/relationships/slide" Target="slide10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7.wdp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8.wdp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9.wdp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10.wdp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Dari Rumah ke Lingkungan: Kenali Sampah di Sekitarmu">
            <a:extLst>
              <a:ext uri="{FF2B5EF4-FFF2-40B4-BE49-F238E27FC236}">
                <a16:creationId xmlns:a16="http://schemas.microsoft.com/office/drawing/2014/main" id="{764B1098-18F1-4D5B-A94D-94797AA6A5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4130" y="0"/>
            <a:ext cx="12286129" cy="69109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9C14E0DF-A88D-4E7A-A168-5CDCDE437E97}"/>
              </a:ext>
            </a:extLst>
          </p:cNvPr>
          <p:cNvSpPr/>
          <p:nvPr/>
        </p:nvSpPr>
        <p:spPr>
          <a:xfrm>
            <a:off x="-94130" y="0"/>
            <a:ext cx="12286130" cy="6910948"/>
          </a:xfrm>
          <a:custGeom>
            <a:avLst/>
            <a:gdLst/>
            <a:ahLst/>
            <a:cxnLst/>
            <a:rect l="l" t="t" r="r" b="b"/>
            <a:pathLst>
              <a:path w="12286130" h="6910948">
                <a:moveTo>
                  <a:pt x="8837672" y="3010102"/>
                </a:moveTo>
                <a:cubicBezTo>
                  <a:pt x="8846765" y="3039854"/>
                  <a:pt x="8899244" y="3200594"/>
                  <a:pt x="8995107" y="3492322"/>
                </a:cubicBezTo>
                <a:lnTo>
                  <a:pt x="8609397" y="3492322"/>
                </a:lnTo>
                <a:lnTo>
                  <a:pt x="8698728" y="3308849"/>
                </a:lnTo>
                <a:cubicBezTo>
                  <a:pt x="8736770" y="3231173"/>
                  <a:pt x="8783085" y="3131590"/>
                  <a:pt x="8837672" y="3010102"/>
                </a:cubicBezTo>
                <a:close/>
                <a:moveTo>
                  <a:pt x="2808348" y="3010102"/>
                </a:moveTo>
                <a:cubicBezTo>
                  <a:pt x="2817442" y="3039854"/>
                  <a:pt x="2869920" y="3200594"/>
                  <a:pt x="2965783" y="3492322"/>
                </a:cubicBezTo>
                <a:lnTo>
                  <a:pt x="2580073" y="3492322"/>
                </a:lnTo>
                <a:lnTo>
                  <a:pt x="2669404" y="3308849"/>
                </a:lnTo>
                <a:cubicBezTo>
                  <a:pt x="2707446" y="3231173"/>
                  <a:pt x="2753761" y="3131590"/>
                  <a:pt x="2808348" y="3010102"/>
                </a:cubicBezTo>
                <a:close/>
                <a:moveTo>
                  <a:pt x="10019768" y="2640458"/>
                </a:moveTo>
                <a:lnTo>
                  <a:pt x="10021009" y="2759670"/>
                </a:lnTo>
                <a:cubicBezTo>
                  <a:pt x="10021009" y="2818447"/>
                  <a:pt x="10020182" y="2879709"/>
                  <a:pt x="10018526" y="2943454"/>
                </a:cubicBezTo>
                <a:lnTo>
                  <a:pt x="10012375" y="3163249"/>
                </a:lnTo>
                <a:lnTo>
                  <a:pt x="9990197" y="3657480"/>
                </a:lnTo>
                <a:lnTo>
                  <a:pt x="9942136" y="4335494"/>
                </a:lnTo>
                <a:cubicBezTo>
                  <a:pt x="10083014" y="4333838"/>
                  <a:pt x="10171685" y="4333010"/>
                  <a:pt x="10208150" y="4333010"/>
                </a:cubicBezTo>
                <a:lnTo>
                  <a:pt x="10496555" y="4335494"/>
                </a:lnTo>
                <a:lnTo>
                  <a:pt x="10517393" y="3647546"/>
                </a:lnTo>
                <a:lnTo>
                  <a:pt x="11193875" y="3647546"/>
                </a:lnTo>
                <a:cubicBezTo>
                  <a:pt x="11186424" y="3909148"/>
                  <a:pt x="11172344" y="4138464"/>
                  <a:pt x="11151635" y="4335494"/>
                </a:cubicBezTo>
                <a:cubicBezTo>
                  <a:pt x="11304930" y="4333838"/>
                  <a:pt x="11401880" y="4333010"/>
                  <a:pt x="11442484" y="4333010"/>
                </a:cubicBezTo>
                <a:lnTo>
                  <a:pt x="11713464" y="4335494"/>
                </a:lnTo>
                <a:cubicBezTo>
                  <a:pt x="11713464" y="4045744"/>
                  <a:pt x="11717571" y="3797181"/>
                  <a:pt x="11725786" y="3589803"/>
                </a:cubicBezTo>
                <a:cubicBezTo>
                  <a:pt x="11733999" y="3382424"/>
                  <a:pt x="11752891" y="3065976"/>
                  <a:pt x="11782461" y="2640458"/>
                </a:cubicBezTo>
                <a:cubicBezTo>
                  <a:pt x="11639435" y="2642114"/>
                  <a:pt x="11552626" y="2642942"/>
                  <a:pt x="11522036" y="2642942"/>
                </a:cubicBezTo>
                <a:lnTo>
                  <a:pt x="11228121" y="2640458"/>
                </a:lnTo>
                <a:cubicBezTo>
                  <a:pt x="11229776" y="2696028"/>
                  <a:pt x="11230604" y="2735015"/>
                  <a:pt x="11230604" y="2757419"/>
                </a:cubicBezTo>
                <a:cubicBezTo>
                  <a:pt x="11230604" y="2799717"/>
                  <a:pt x="11228754" y="2878726"/>
                  <a:pt x="11225056" y="2994445"/>
                </a:cubicBezTo>
                <a:cubicBezTo>
                  <a:pt x="11221356" y="3110163"/>
                  <a:pt x="11217455" y="3202029"/>
                  <a:pt x="11213355" y="3270043"/>
                </a:cubicBezTo>
                <a:lnTo>
                  <a:pt x="10537436" y="3270043"/>
                </a:lnTo>
                <a:cubicBezTo>
                  <a:pt x="10543154" y="3087915"/>
                  <a:pt x="10555824" y="2878053"/>
                  <a:pt x="10575447" y="2640458"/>
                </a:cubicBezTo>
                <a:cubicBezTo>
                  <a:pt x="10450311" y="2642114"/>
                  <a:pt x="10362461" y="2642942"/>
                  <a:pt x="10311898" y="2642942"/>
                </a:cubicBezTo>
                <a:cubicBezTo>
                  <a:pt x="10247260" y="2642942"/>
                  <a:pt x="10149883" y="2642114"/>
                  <a:pt x="10019768" y="2640458"/>
                </a:cubicBezTo>
                <a:close/>
                <a:moveTo>
                  <a:pt x="8544999" y="2640458"/>
                </a:moveTo>
                <a:cubicBezTo>
                  <a:pt x="8509388" y="2714965"/>
                  <a:pt x="8481642" y="2772087"/>
                  <a:pt x="8461761" y="2811824"/>
                </a:cubicBezTo>
                <a:lnTo>
                  <a:pt x="8393424" y="2947179"/>
                </a:lnTo>
                <a:lnTo>
                  <a:pt x="7751091" y="4156677"/>
                </a:lnTo>
                <a:lnTo>
                  <a:pt x="7647965" y="4335494"/>
                </a:lnTo>
                <a:cubicBezTo>
                  <a:pt x="7788015" y="4333838"/>
                  <a:pt x="7889537" y="4333010"/>
                  <a:pt x="7952532" y="4333010"/>
                </a:cubicBezTo>
                <a:cubicBezTo>
                  <a:pt x="7987328" y="4333010"/>
                  <a:pt x="8081801" y="4333838"/>
                  <a:pt x="8235950" y="4335494"/>
                </a:cubicBezTo>
                <a:cubicBezTo>
                  <a:pt x="8312876" y="4159989"/>
                  <a:pt x="8387319" y="3999384"/>
                  <a:pt x="8459277" y="3853682"/>
                </a:cubicBezTo>
                <a:lnTo>
                  <a:pt x="9084380" y="3853682"/>
                </a:lnTo>
                <a:cubicBezTo>
                  <a:pt x="9152976" y="4038294"/>
                  <a:pt x="9205454" y="4198898"/>
                  <a:pt x="9241815" y="4335494"/>
                </a:cubicBezTo>
                <a:cubicBezTo>
                  <a:pt x="9376898" y="4333838"/>
                  <a:pt x="9479248" y="4333010"/>
                  <a:pt x="9548866" y="4333010"/>
                </a:cubicBezTo>
                <a:cubicBezTo>
                  <a:pt x="9579522" y="4333010"/>
                  <a:pt x="9666537" y="4333838"/>
                  <a:pt x="9809912" y="4335494"/>
                </a:cubicBezTo>
                <a:lnTo>
                  <a:pt x="9737927" y="4154194"/>
                </a:lnTo>
                <a:lnTo>
                  <a:pt x="9369350" y="3158282"/>
                </a:lnTo>
                <a:lnTo>
                  <a:pt x="9188166" y="2640458"/>
                </a:lnTo>
                <a:cubicBezTo>
                  <a:pt x="9088836" y="2642114"/>
                  <a:pt x="8980814" y="2642942"/>
                  <a:pt x="8864099" y="2642942"/>
                </a:cubicBezTo>
                <a:cubicBezTo>
                  <a:pt x="8797055" y="2642942"/>
                  <a:pt x="8690688" y="2642114"/>
                  <a:pt x="8544999" y="2640458"/>
                </a:cubicBezTo>
                <a:close/>
                <a:moveTo>
                  <a:pt x="4024573" y="2640458"/>
                </a:moveTo>
                <a:lnTo>
                  <a:pt x="3986408" y="3214163"/>
                </a:lnTo>
                <a:lnTo>
                  <a:pt x="3910057" y="4084654"/>
                </a:lnTo>
                <a:lnTo>
                  <a:pt x="3879284" y="4335494"/>
                </a:lnTo>
                <a:cubicBezTo>
                  <a:pt x="3985249" y="4333838"/>
                  <a:pt x="4059757" y="4333010"/>
                  <a:pt x="4102805" y="4333010"/>
                </a:cubicBezTo>
                <a:cubicBezTo>
                  <a:pt x="4134264" y="4333010"/>
                  <a:pt x="4207115" y="4333838"/>
                  <a:pt x="4321359" y="4335494"/>
                </a:cubicBezTo>
                <a:lnTo>
                  <a:pt x="4325123" y="4176546"/>
                </a:lnTo>
                <a:lnTo>
                  <a:pt x="4366433" y="3471212"/>
                </a:lnTo>
                <a:lnTo>
                  <a:pt x="4397729" y="3127238"/>
                </a:lnTo>
                <a:cubicBezTo>
                  <a:pt x="4406861" y="3179393"/>
                  <a:pt x="4413501" y="3215818"/>
                  <a:pt x="4417646" y="3236515"/>
                </a:cubicBezTo>
                <a:cubicBezTo>
                  <a:pt x="4421792" y="3257211"/>
                  <a:pt x="4425527" y="3274596"/>
                  <a:pt x="4428851" y="3288670"/>
                </a:cubicBezTo>
                <a:lnTo>
                  <a:pt x="4518454" y="3652513"/>
                </a:lnTo>
                <a:lnTo>
                  <a:pt x="4671543" y="4335494"/>
                </a:lnTo>
                <a:cubicBezTo>
                  <a:pt x="4777508" y="4333838"/>
                  <a:pt x="4856154" y="4333010"/>
                  <a:pt x="4907482" y="4333010"/>
                </a:cubicBezTo>
                <a:cubicBezTo>
                  <a:pt x="4948046" y="4333010"/>
                  <a:pt x="5022140" y="4333838"/>
                  <a:pt x="5129761" y="4335494"/>
                </a:cubicBezTo>
                <a:lnTo>
                  <a:pt x="5363585" y="3630161"/>
                </a:lnTo>
                <a:lnTo>
                  <a:pt x="5526511" y="3124754"/>
                </a:lnTo>
                <a:cubicBezTo>
                  <a:pt x="5528167" y="3185188"/>
                  <a:pt x="5528995" y="3232376"/>
                  <a:pt x="5528995" y="3266318"/>
                </a:cubicBezTo>
                <a:cubicBezTo>
                  <a:pt x="5528995" y="3344136"/>
                  <a:pt x="5523953" y="3523160"/>
                  <a:pt x="5513870" y="3803389"/>
                </a:cubicBezTo>
                <a:cubicBezTo>
                  <a:pt x="5503787" y="4083619"/>
                  <a:pt x="5495375" y="4260987"/>
                  <a:pt x="5488637" y="4335494"/>
                </a:cubicBezTo>
                <a:cubicBezTo>
                  <a:pt x="5581356" y="4333838"/>
                  <a:pt x="5659589" y="4333010"/>
                  <a:pt x="5723334" y="4333010"/>
                </a:cubicBezTo>
                <a:cubicBezTo>
                  <a:pt x="5767211" y="4333010"/>
                  <a:pt x="5843787" y="4333838"/>
                  <a:pt x="5953064" y="4335494"/>
                </a:cubicBezTo>
                <a:cubicBezTo>
                  <a:pt x="5951408" y="4255192"/>
                  <a:pt x="5950580" y="4199726"/>
                  <a:pt x="5950580" y="4169095"/>
                </a:cubicBezTo>
                <a:cubicBezTo>
                  <a:pt x="5950580" y="4021737"/>
                  <a:pt x="5955962" y="3751855"/>
                  <a:pt x="5966723" y="3359452"/>
                </a:cubicBezTo>
                <a:cubicBezTo>
                  <a:pt x="5971691" y="3159110"/>
                  <a:pt x="5982039" y="2919446"/>
                  <a:pt x="5997768" y="2640458"/>
                </a:cubicBezTo>
                <a:cubicBezTo>
                  <a:pt x="5853721" y="2642114"/>
                  <a:pt x="5741133" y="2642942"/>
                  <a:pt x="5660003" y="2642942"/>
                </a:cubicBezTo>
                <a:cubicBezTo>
                  <a:pt x="5540791" y="2642942"/>
                  <a:pt x="5419097" y="2642114"/>
                  <a:pt x="5294918" y="2640458"/>
                </a:cubicBezTo>
                <a:cubicBezTo>
                  <a:pt x="5274183" y="2716621"/>
                  <a:pt x="5257803" y="2773122"/>
                  <a:pt x="5245780" y="2809962"/>
                </a:cubicBezTo>
                <a:cubicBezTo>
                  <a:pt x="5233757" y="2846801"/>
                  <a:pt x="5205351" y="2924827"/>
                  <a:pt x="5160563" y="3044038"/>
                </a:cubicBezTo>
                <a:cubicBezTo>
                  <a:pt x="5115774" y="3163249"/>
                  <a:pt x="5078453" y="3269629"/>
                  <a:pt x="5048599" y="3363177"/>
                </a:cubicBezTo>
                <a:cubicBezTo>
                  <a:pt x="5018744" y="3456725"/>
                  <a:pt x="4985572" y="3568485"/>
                  <a:pt x="4949082" y="3698459"/>
                </a:cubicBezTo>
                <a:cubicBezTo>
                  <a:pt x="4913574" y="3508880"/>
                  <a:pt x="4886947" y="3374974"/>
                  <a:pt x="4869200" y="3296741"/>
                </a:cubicBezTo>
                <a:cubicBezTo>
                  <a:pt x="4851453" y="3218509"/>
                  <a:pt x="4827923" y="3125789"/>
                  <a:pt x="4798612" y="3018582"/>
                </a:cubicBezTo>
                <a:cubicBezTo>
                  <a:pt x="4769301" y="2911374"/>
                  <a:pt x="4750930" y="2839351"/>
                  <a:pt x="4743498" y="2802511"/>
                </a:cubicBezTo>
                <a:cubicBezTo>
                  <a:pt x="4736067" y="2765671"/>
                  <a:pt x="4726984" y="2711654"/>
                  <a:pt x="4716247" y="2640458"/>
                </a:cubicBezTo>
                <a:cubicBezTo>
                  <a:pt x="4567530" y="2642114"/>
                  <a:pt x="4457031" y="2642942"/>
                  <a:pt x="4384749" y="2642942"/>
                </a:cubicBezTo>
                <a:cubicBezTo>
                  <a:pt x="4297500" y="2642942"/>
                  <a:pt x="4177442" y="2642114"/>
                  <a:pt x="4024573" y="2640458"/>
                </a:cubicBezTo>
                <a:close/>
                <a:moveTo>
                  <a:pt x="2515675" y="2640458"/>
                </a:moveTo>
                <a:cubicBezTo>
                  <a:pt x="2480064" y="2714965"/>
                  <a:pt x="2452318" y="2772087"/>
                  <a:pt x="2432436" y="2811824"/>
                </a:cubicBezTo>
                <a:lnTo>
                  <a:pt x="2364100" y="2947179"/>
                </a:lnTo>
                <a:lnTo>
                  <a:pt x="1721767" y="4156677"/>
                </a:lnTo>
                <a:lnTo>
                  <a:pt x="1618641" y="4335494"/>
                </a:lnTo>
                <a:cubicBezTo>
                  <a:pt x="1758690" y="4333838"/>
                  <a:pt x="1860213" y="4333010"/>
                  <a:pt x="1923208" y="4333010"/>
                </a:cubicBezTo>
                <a:cubicBezTo>
                  <a:pt x="1958003" y="4333010"/>
                  <a:pt x="2052476" y="4333838"/>
                  <a:pt x="2206626" y="4335494"/>
                </a:cubicBezTo>
                <a:cubicBezTo>
                  <a:pt x="2283552" y="4159989"/>
                  <a:pt x="2357994" y="3999384"/>
                  <a:pt x="2429953" y="3853682"/>
                </a:cubicBezTo>
                <a:lnTo>
                  <a:pt x="3055055" y="3853682"/>
                </a:lnTo>
                <a:cubicBezTo>
                  <a:pt x="3123651" y="4038294"/>
                  <a:pt x="3176130" y="4198898"/>
                  <a:pt x="3212491" y="4335494"/>
                </a:cubicBezTo>
                <a:cubicBezTo>
                  <a:pt x="3347573" y="4333838"/>
                  <a:pt x="3449924" y="4333010"/>
                  <a:pt x="3519541" y="4333010"/>
                </a:cubicBezTo>
                <a:cubicBezTo>
                  <a:pt x="3550198" y="4333010"/>
                  <a:pt x="3637213" y="4333838"/>
                  <a:pt x="3780588" y="4335494"/>
                </a:cubicBezTo>
                <a:lnTo>
                  <a:pt x="3708603" y="4154194"/>
                </a:lnTo>
                <a:lnTo>
                  <a:pt x="3340025" y="3158282"/>
                </a:lnTo>
                <a:lnTo>
                  <a:pt x="3158842" y="2640458"/>
                </a:lnTo>
                <a:cubicBezTo>
                  <a:pt x="3059512" y="2642114"/>
                  <a:pt x="2951489" y="2642942"/>
                  <a:pt x="2834775" y="2642942"/>
                </a:cubicBezTo>
                <a:cubicBezTo>
                  <a:pt x="2767731" y="2642942"/>
                  <a:pt x="2661365" y="2642114"/>
                  <a:pt x="2515675" y="2640458"/>
                </a:cubicBezTo>
                <a:close/>
                <a:moveTo>
                  <a:pt x="7133709" y="2633007"/>
                </a:moveTo>
                <a:cubicBezTo>
                  <a:pt x="7056680" y="2633007"/>
                  <a:pt x="6962680" y="2634870"/>
                  <a:pt x="6851708" y="2638596"/>
                </a:cubicBezTo>
                <a:cubicBezTo>
                  <a:pt x="6740737" y="2642321"/>
                  <a:pt x="6653371" y="2644183"/>
                  <a:pt x="6589613" y="2644183"/>
                </a:cubicBezTo>
                <a:cubicBezTo>
                  <a:pt x="6523359" y="2644183"/>
                  <a:pt x="6435574" y="2642942"/>
                  <a:pt x="6326258" y="2640458"/>
                </a:cubicBezTo>
                <a:cubicBezTo>
                  <a:pt x="6327086" y="2721588"/>
                  <a:pt x="6327500" y="2779952"/>
                  <a:pt x="6327500" y="2815550"/>
                </a:cubicBezTo>
                <a:cubicBezTo>
                  <a:pt x="6327500" y="2862738"/>
                  <a:pt x="6327086" y="2909926"/>
                  <a:pt x="6326258" y="2957113"/>
                </a:cubicBezTo>
                <a:lnTo>
                  <a:pt x="6312695" y="3396705"/>
                </a:lnTo>
                <a:lnTo>
                  <a:pt x="6280622" y="4017597"/>
                </a:lnTo>
                <a:lnTo>
                  <a:pt x="6255962" y="4335494"/>
                </a:lnTo>
                <a:cubicBezTo>
                  <a:pt x="6393503" y="4333838"/>
                  <a:pt x="6479671" y="4333010"/>
                  <a:pt x="6514466" y="4333010"/>
                </a:cubicBezTo>
                <a:lnTo>
                  <a:pt x="6761795" y="4335494"/>
                </a:lnTo>
                <a:lnTo>
                  <a:pt x="6761795" y="4174062"/>
                </a:lnTo>
                <a:cubicBezTo>
                  <a:pt x="6761795" y="4102866"/>
                  <a:pt x="6767118" y="3889280"/>
                  <a:pt x="6777763" y="3533301"/>
                </a:cubicBezTo>
                <a:cubicBezTo>
                  <a:pt x="6783507" y="3337927"/>
                  <a:pt x="6791701" y="3160352"/>
                  <a:pt x="6802347" y="3000576"/>
                </a:cubicBezTo>
                <a:lnTo>
                  <a:pt x="6906657" y="2993125"/>
                </a:lnTo>
                <a:cubicBezTo>
                  <a:pt x="6938943" y="2991469"/>
                  <a:pt x="6969988" y="2990642"/>
                  <a:pt x="6999791" y="2990642"/>
                </a:cubicBezTo>
                <a:cubicBezTo>
                  <a:pt x="7030421" y="2990642"/>
                  <a:pt x="7057741" y="2992711"/>
                  <a:pt x="7081748" y="2996850"/>
                </a:cubicBezTo>
                <a:cubicBezTo>
                  <a:pt x="7105756" y="3000990"/>
                  <a:pt x="7127694" y="3010096"/>
                  <a:pt x="7147563" y="3024170"/>
                </a:cubicBezTo>
                <a:cubicBezTo>
                  <a:pt x="7167432" y="3038243"/>
                  <a:pt x="7181919" y="3056249"/>
                  <a:pt x="7191025" y="3078187"/>
                </a:cubicBezTo>
                <a:cubicBezTo>
                  <a:pt x="7200132" y="3100126"/>
                  <a:pt x="7204685" y="3125168"/>
                  <a:pt x="7204685" y="3153315"/>
                </a:cubicBezTo>
                <a:cubicBezTo>
                  <a:pt x="7204685" y="3211265"/>
                  <a:pt x="7184196" y="3260316"/>
                  <a:pt x="7143217" y="3300467"/>
                </a:cubicBezTo>
                <a:cubicBezTo>
                  <a:pt x="7102238" y="3340618"/>
                  <a:pt x="7039942" y="3360693"/>
                  <a:pt x="6956328" y="3360693"/>
                </a:cubicBezTo>
                <a:cubicBezTo>
                  <a:pt x="6916591" y="3360693"/>
                  <a:pt x="6878510" y="3356968"/>
                  <a:pt x="6842084" y="3349517"/>
                </a:cubicBezTo>
                <a:cubicBezTo>
                  <a:pt x="6853674" y="3385943"/>
                  <a:pt x="6868575" y="3441823"/>
                  <a:pt x="6886788" y="3517158"/>
                </a:cubicBezTo>
                <a:cubicBezTo>
                  <a:pt x="6905001" y="3592493"/>
                  <a:pt x="6917419" y="3649201"/>
                  <a:pt x="6924042" y="3687283"/>
                </a:cubicBezTo>
                <a:cubicBezTo>
                  <a:pt x="6982820" y="3697217"/>
                  <a:pt x="7034561" y="3702184"/>
                  <a:pt x="7079265" y="3702184"/>
                </a:cubicBezTo>
                <a:cubicBezTo>
                  <a:pt x="7200960" y="3702184"/>
                  <a:pt x="7310651" y="3679418"/>
                  <a:pt x="7408338" y="3633886"/>
                </a:cubicBezTo>
                <a:cubicBezTo>
                  <a:pt x="7506025" y="3588354"/>
                  <a:pt x="7581774" y="3519642"/>
                  <a:pt x="7635584" y="3427750"/>
                </a:cubicBezTo>
                <a:cubicBezTo>
                  <a:pt x="7689395" y="3335858"/>
                  <a:pt x="7716300" y="3234445"/>
                  <a:pt x="7716300" y="3123512"/>
                </a:cubicBezTo>
                <a:cubicBezTo>
                  <a:pt x="7716300" y="3069702"/>
                  <a:pt x="7709261" y="3016926"/>
                  <a:pt x="7695180" y="2965185"/>
                </a:cubicBezTo>
                <a:cubicBezTo>
                  <a:pt x="7681100" y="2913444"/>
                  <a:pt x="7659983" y="2867291"/>
                  <a:pt x="7631830" y="2826726"/>
                </a:cubicBezTo>
                <a:cubicBezTo>
                  <a:pt x="7603676" y="2786161"/>
                  <a:pt x="7568066" y="2750770"/>
                  <a:pt x="7524998" y="2720553"/>
                </a:cubicBezTo>
                <a:cubicBezTo>
                  <a:pt x="7481930" y="2690336"/>
                  <a:pt x="7433691" y="2668191"/>
                  <a:pt x="7380281" y="2654118"/>
                </a:cubicBezTo>
                <a:cubicBezTo>
                  <a:pt x="7326872" y="2640044"/>
                  <a:pt x="7244681" y="2633007"/>
                  <a:pt x="7133709" y="2633007"/>
                </a:cubicBezTo>
                <a:close/>
                <a:moveTo>
                  <a:pt x="1098058" y="2608172"/>
                </a:moveTo>
                <a:cubicBezTo>
                  <a:pt x="1026863" y="2608172"/>
                  <a:pt x="957737" y="2613760"/>
                  <a:pt x="890680" y="2624936"/>
                </a:cubicBezTo>
                <a:cubicBezTo>
                  <a:pt x="823624" y="2636112"/>
                  <a:pt x="760707" y="2657015"/>
                  <a:pt x="701929" y="2687646"/>
                </a:cubicBezTo>
                <a:cubicBezTo>
                  <a:pt x="643151" y="2718277"/>
                  <a:pt x="595963" y="2754702"/>
                  <a:pt x="560365" y="2796923"/>
                </a:cubicBezTo>
                <a:cubicBezTo>
                  <a:pt x="524768" y="2839144"/>
                  <a:pt x="498069" y="2884469"/>
                  <a:pt x="480270" y="2932898"/>
                </a:cubicBezTo>
                <a:cubicBezTo>
                  <a:pt x="462471" y="2981328"/>
                  <a:pt x="453572" y="3030793"/>
                  <a:pt x="453572" y="3081292"/>
                </a:cubicBezTo>
                <a:cubicBezTo>
                  <a:pt x="453572" y="3123512"/>
                  <a:pt x="459170" y="3163456"/>
                  <a:pt x="470365" y="3201124"/>
                </a:cubicBezTo>
                <a:cubicBezTo>
                  <a:pt x="481561" y="3238791"/>
                  <a:pt x="499395" y="3275838"/>
                  <a:pt x="523869" y="3312264"/>
                </a:cubicBezTo>
                <a:cubicBezTo>
                  <a:pt x="548342" y="3348689"/>
                  <a:pt x="582562" y="3388013"/>
                  <a:pt x="626529" y="3430233"/>
                </a:cubicBezTo>
                <a:cubicBezTo>
                  <a:pt x="648105" y="3450930"/>
                  <a:pt x="686264" y="3484458"/>
                  <a:pt x="741006" y="3530818"/>
                </a:cubicBezTo>
                <a:lnTo>
                  <a:pt x="974966" y="3734470"/>
                </a:lnTo>
                <a:cubicBezTo>
                  <a:pt x="996529" y="3753511"/>
                  <a:pt x="1013119" y="3771103"/>
                  <a:pt x="1024735" y="3787246"/>
                </a:cubicBezTo>
                <a:cubicBezTo>
                  <a:pt x="1036350" y="3803389"/>
                  <a:pt x="1044231" y="3817877"/>
                  <a:pt x="1048377" y="3830709"/>
                </a:cubicBezTo>
                <a:cubicBezTo>
                  <a:pt x="1052523" y="3843541"/>
                  <a:pt x="1054596" y="3856993"/>
                  <a:pt x="1054596" y="3871067"/>
                </a:cubicBezTo>
                <a:cubicBezTo>
                  <a:pt x="1054596" y="3912460"/>
                  <a:pt x="1033240" y="3943711"/>
                  <a:pt x="990527" y="3964821"/>
                </a:cubicBezTo>
                <a:cubicBezTo>
                  <a:pt x="947815" y="3985932"/>
                  <a:pt x="890383" y="3996487"/>
                  <a:pt x="818230" y="3996487"/>
                </a:cubicBezTo>
                <a:cubicBezTo>
                  <a:pt x="763488" y="3996487"/>
                  <a:pt x="699830" y="3988415"/>
                  <a:pt x="627257" y="3972272"/>
                </a:cubicBezTo>
                <a:cubicBezTo>
                  <a:pt x="554684" y="3956129"/>
                  <a:pt x="471953" y="3927361"/>
                  <a:pt x="379065" y="3885968"/>
                </a:cubicBezTo>
                <a:cubicBezTo>
                  <a:pt x="393138" y="3991934"/>
                  <a:pt x="405556" y="4133083"/>
                  <a:pt x="416318" y="4309417"/>
                </a:cubicBezTo>
                <a:cubicBezTo>
                  <a:pt x="620799" y="4348326"/>
                  <a:pt x="790096" y="4367780"/>
                  <a:pt x="924208" y="4367780"/>
                </a:cubicBezTo>
                <a:cubicBezTo>
                  <a:pt x="1011133" y="4367780"/>
                  <a:pt x="1093712" y="4359088"/>
                  <a:pt x="1171945" y="4341703"/>
                </a:cubicBezTo>
                <a:cubicBezTo>
                  <a:pt x="1250177" y="4324318"/>
                  <a:pt x="1321993" y="4293894"/>
                  <a:pt x="1387394" y="4250432"/>
                </a:cubicBezTo>
                <a:cubicBezTo>
                  <a:pt x="1452795" y="4206969"/>
                  <a:pt x="1503294" y="4151503"/>
                  <a:pt x="1538892" y="4084033"/>
                </a:cubicBezTo>
                <a:cubicBezTo>
                  <a:pt x="1574490" y="4016562"/>
                  <a:pt x="1592289" y="3945574"/>
                  <a:pt x="1592289" y="3871067"/>
                </a:cubicBezTo>
                <a:cubicBezTo>
                  <a:pt x="1592289" y="3842092"/>
                  <a:pt x="1589391" y="3814979"/>
                  <a:pt x="1583596" y="3789730"/>
                </a:cubicBezTo>
                <a:cubicBezTo>
                  <a:pt x="1577801" y="3764480"/>
                  <a:pt x="1568902" y="3739438"/>
                  <a:pt x="1556898" y="3714602"/>
                </a:cubicBezTo>
                <a:cubicBezTo>
                  <a:pt x="1544894" y="3689766"/>
                  <a:pt x="1527716" y="3662447"/>
                  <a:pt x="1505364" y="3632644"/>
                </a:cubicBezTo>
                <a:cubicBezTo>
                  <a:pt x="1483012" y="3602841"/>
                  <a:pt x="1456520" y="3572625"/>
                  <a:pt x="1425889" y="3541994"/>
                </a:cubicBezTo>
                <a:cubicBezTo>
                  <a:pt x="1395259" y="3511363"/>
                  <a:pt x="1366698" y="3485286"/>
                  <a:pt x="1340206" y="3463761"/>
                </a:cubicBezTo>
                <a:lnTo>
                  <a:pt x="1250798" y="3392980"/>
                </a:lnTo>
                <a:cubicBezTo>
                  <a:pt x="1187053" y="3343308"/>
                  <a:pt x="1140279" y="3305848"/>
                  <a:pt x="1110476" y="3280598"/>
                </a:cubicBezTo>
                <a:cubicBezTo>
                  <a:pt x="1080673" y="3255349"/>
                  <a:pt x="1056665" y="3232169"/>
                  <a:pt x="1038453" y="3211058"/>
                </a:cubicBezTo>
                <a:cubicBezTo>
                  <a:pt x="1020240" y="3189948"/>
                  <a:pt x="1007822" y="3171528"/>
                  <a:pt x="1001199" y="3155799"/>
                </a:cubicBezTo>
                <a:cubicBezTo>
                  <a:pt x="994576" y="3140070"/>
                  <a:pt x="991265" y="3123926"/>
                  <a:pt x="991265" y="3107369"/>
                </a:cubicBezTo>
                <a:cubicBezTo>
                  <a:pt x="991265" y="3071771"/>
                  <a:pt x="1012582" y="3041969"/>
                  <a:pt x="1055217" y="3017961"/>
                </a:cubicBezTo>
                <a:cubicBezTo>
                  <a:pt x="1097851" y="2993953"/>
                  <a:pt x="1151455" y="2981949"/>
                  <a:pt x="1216028" y="2981949"/>
                </a:cubicBezTo>
                <a:cubicBezTo>
                  <a:pt x="1261560" y="2981949"/>
                  <a:pt x="1315785" y="2987951"/>
                  <a:pt x="1378702" y="2999955"/>
                </a:cubicBezTo>
                <a:cubicBezTo>
                  <a:pt x="1441619" y="3011959"/>
                  <a:pt x="1511159" y="3033276"/>
                  <a:pt x="1587321" y="3063907"/>
                </a:cubicBezTo>
                <a:cubicBezTo>
                  <a:pt x="1574904" y="2944695"/>
                  <a:pt x="1567039" y="2861289"/>
                  <a:pt x="1563728" y="2813687"/>
                </a:cubicBezTo>
                <a:cubicBezTo>
                  <a:pt x="1560416" y="2766085"/>
                  <a:pt x="1557519" y="2713723"/>
                  <a:pt x="1555035" y="2656601"/>
                </a:cubicBezTo>
                <a:cubicBezTo>
                  <a:pt x="1390291" y="2624315"/>
                  <a:pt x="1237966" y="2608172"/>
                  <a:pt x="1098058" y="2608172"/>
                </a:cubicBezTo>
                <a:close/>
                <a:moveTo>
                  <a:pt x="0" y="0"/>
                </a:moveTo>
                <a:lnTo>
                  <a:pt x="12286130" y="0"/>
                </a:lnTo>
                <a:lnTo>
                  <a:pt x="12286130" y="6910948"/>
                </a:lnTo>
                <a:lnTo>
                  <a:pt x="0" y="6910948"/>
                </a:lnTo>
                <a:close/>
              </a:path>
            </a:pathLst>
          </a:custGeom>
          <a:gradFill flip="none" rotWithShape="1">
            <a:gsLst>
              <a:gs pos="0">
                <a:srgbClr val="00B050"/>
              </a:gs>
              <a:gs pos="65000">
                <a:schemeClr val="bg1">
                  <a:shade val="67500"/>
                  <a:satMod val="115000"/>
                </a:schemeClr>
              </a:gs>
              <a:gs pos="100000">
                <a:schemeClr val="accent4">
                  <a:lumMod val="75000"/>
                </a:schemeClr>
              </a:gs>
            </a:gsLst>
            <a:path path="circle">
              <a:fillToRect l="100000" t="100000"/>
            </a:path>
            <a:tileRect r="-100000" b="-100000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617975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Dari Rumah ke Lingkungan: Kenali Sampah di Sekitarmu">
            <a:extLst>
              <a:ext uri="{FF2B5EF4-FFF2-40B4-BE49-F238E27FC236}">
                <a16:creationId xmlns:a16="http://schemas.microsoft.com/office/drawing/2014/main" id="{764B1098-18F1-4D5B-A94D-94797AA6A5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4130" y="0"/>
            <a:ext cx="12286129" cy="69109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9C14E0DF-A88D-4E7A-A168-5CDCDE437E97}"/>
              </a:ext>
            </a:extLst>
          </p:cNvPr>
          <p:cNvSpPr/>
          <p:nvPr/>
        </p:nvSpPr>
        <p:spPr>
          <a:xfrm>
            <a:off x="-138602641" y="-57311636"/>
            <a:ext cx="261418568" cy="148797818"/>
          </a:xfrm>
          <a:custGeom>
            <a:avLst/>
            <a:gdLst/>
            <a:ahLst/>
            <a:cxnLst/>
            <a:rect l="l" t="t" r="r" b="b"/>
            <a:pathLst>
              <a:path w="12286130" h="6910948">
                <a:moveTo>
                  <a:pt x="8837672" y="3010102"/>
                </a:moveTo>
                <a:cubicBezTo>
                  <a:pt x="8846765" y="3039854"/>
                  <a:pt x="8899244" y="3200594"/>
                  <a:pt x="8995107" y="3492322"/>
                </a:cubicBezTo>
                <a:lnTo>
                  <a:pt x="8609397" y="3492322"/>
                </a:lnTo>
                <a:lnTo>
                  <a:pt x="8698728" y="3308849"/>
                </a:lnTo>
                <a:cubicBezTo>
                  <a:pt x="8736770" y="3231173"/>
                  <a:pt x="8783085" y="3131590"/>
                  <a:pt x="8837672" y="3010102"/>
                </a:cubicBezTo>
                <a:close/>
                <a:moveTo>
                  <a:pt x="2808348" y="3010102"/>
                </a:moveTo>
                <a:cubicBezTo>
                  <a:pt x="2817442" y="3039854"/>
                  <a:pt x="2869920" y="3200594"/>
                  <a:pt x="2965783" y="3492322"/>
                </a:cubicBezTo>
                <a:lnTo>
                  <a:pt x="2580073" y="3492322"/>
                </a:lnTo>
                <a:lnTo>
                  <a:pt x="2669404" y="3308849"/>
                </a:lnTo>
                <a:cubicBezTo>
                  <a:pt x="2707446" y="3231173"/>
                  <a:pt x="2753761" y="3131590"/>
                  <a:pt x="2808348" y="3010102"/>
                </a:cubicBezTo>
                <a:close/>
                <a:moveTo>
                  <a:pt x="10019768" y="2640458"/>
                </a:moveTo>
                <a:lnTo>
                  <a:pt x="10021009" y="2759670"/>
                </a:lnTo>
                <a:cubicBezTo>
                  <a:pt x="10021009" y="2818447"/>
                  <a:pt x="10020182" y="2879709"/>
                  <a:pt x="10018526" y="2943454"/>
                </a:cubicBezTo>
                <a:lnTo>
                  <a:pt x="10012375" y="3163249"/>
                </a:lnTo>
                <a:lnTo>
                  <a:pt x="9990197" y="3657480"/>
                </a:lnTo>
                <a:lnTo>
                  <a:pt x="9942136" y="4335494"/>
                </a:lnTo>
                <a:cubicBezTo>
                  <a:pt x="10083014" y="4333838"/>
                  <a:pt x="10171685" y="4333010"/>
                  <a:pt x="10208150" y="4333010"/>
                </a:cubicBezTo>
                <a:lnTo>
                  <a:pt x="10496555" y="4335494"/>
                </a:lnTo>
                <a:lnTo>
                  <a:pt x="10517393" y="3647546"/>
                </a:lnTo>
                <a:lnTo>
                  <a:pt x="11193875" y="3647546"/>
                </a:lnTo>
                <a:cubicBezTo>
                  <a:pt x="11186424" y="3909148"/>
                  <a:pt x="11172344" y="4138464"/>
                  <a:pt x="11151635" y="4335494"/>
                </a:cubicBezTo>
                <a:cubicBezTo>
                  <a:pt x="11304930" y="4333838"/>
                  <a:pt x="11401880" y="4333010"/>
                  <a:pt x="11442484" y="4333010"/>
                </a:cubicBezTo>
                <a:lnTo>
                  <a:pt x="11713464" y="4335494"/>
                </a:lnTo>
                <a:cubicBezTo>
                  <a:pt x="11713464" y="4045744"/>
                  <a:pt x="11717571" y="3797181"/>
                  <a:pt x="11725786" y="3589803"/>
                </a:cubicBezTo>
                <a:cubicBezTo>
                  <a:pt x="11733999" y="3382424"/>
                  <a:pt x="11752891" y="3065976"/>
                  <a:pt x="11782461" y="2640458"/>
                </a:cubicBezTo>
                <a:cubicBezTo>
                  <a:pt x="11639435" y="2642114"/>
                  <a:pt x="11552626" y="2642942"/>
                  <a:pt x="11522036" y="2642942"/>
                </a:cubicBezTo>
                <a:lnTo>
                  <a:pt x="11228121" y="2640458"/>
                </a:lnTo>
                <a:cubicBezTo>
                  <a:pt x="11229776" y="2696028"/>
                  <a:pt x="11230604" y="2735015"/>
                  <a:pt x="11230604" y="2757419"/>
                </a:cubicBezTo>
                <a:cubicBezTo>
                  <a:pt x="11230604" y="2799717"/>
                  <a:pt x="11228754" y="2878726"/>
                  <a:pt x="11225056" y="2994445"/>
                </a:cubicBezTo>
                <a:cubicBezTo>
                  <a:pt x="11221356" y="3110163"/>
                  <a:pt x="11217455" y="3202029"/>
                  <a:pt x="11213355" y="3270043"/>
                </a:cubicBezTo>
                <a:lnTo>
                  <a:pt x="10537436" y="3270043"/>
                </a:lnTo>
                <a:cubicBezTo>
                  <a:pt x="10543154" y="3087915"/>
                  <a:pt x="10555824" y="2878053"/>
                  <a:pt x="10575447" y="2640458"/>
                </a:cubicBezTo>
                <a:cubicBezTo>
                  <a:pt x="10450311" y="2642114"/>
                  <a:pt x="10362461" y="2642942"/>
                  <a:pt x="10311898" y="2642942"/>
                </a:cubicBezTo>
                <a:cubicBezTo>
                  <a:pt x="10247260" y="2642942"/>
                  <a:pt x="10149883" y="2642114"/>
                  <a:pt x="10019768" y="2640458"/>
                </a:cubicBezTo>
                <a:close/>
                <a:moveTo>
                  <a:pt x="8544999" y="2640458"/>
                </a:moveTo>
                <a:cubicBezTo>
                  <a:pt x="8509388" y="2714965"/>
                  <a:pt x="8481642" y="2772087"/>
                  <a:pt x="8461761" y="2811824"/>
                </a:cubicBezTo>
                <a:lnTo>
                  <a:pt x="8393424" y="2947179"/>
                </a:lnTo>
                <a:lnTo>
                  <a:pt x="7751091" y="4156677"/>
                </a:lnTo>
                <a:lnTo>
                  <a:pt x="7647965" y="4335494"/>
                </a:lnTo>
                <a:cubicBezTo>
                  <a:pt x="7788015" y="4333838"/>
                  <a:pt x="7889537" y="4333010"/>
                  <a:pt x="7952532" y="4333010"/>
                </a:cubicBezTo>
                <a:cubicBezTo>
                  <a:pt x="7987328" y="4333010"/>
                  <a:pt x="8081801" y="4333838"/>
                  <a:pt x="8235950" y="4335494"/>
                </a:cubicBezTo>
                <a:cubicBezTo>
                  <a:pt x="8312876" y="4159989"/>
                  <a:pt x="8387319" y="3999384"/>
                  <a:pt x="8459277" y="3853682"/>
                </a:cubicBezTo>
                <a:lnTo>
                  <a:pt x="9084380" y="3853682"/>
                </a:lnTo>
                <a:cubicBezTo>
                  <a:pt x="9152976" y="4038294"/>
                  <a:pt x="9205454" y="4198898"/>
                  <a:pt x="9241815" y="4335494"/>
                </a:cubicBezTo>
                <a:cubicBezTo>
                  <a:pt x="9376898" y="4333838"/>
                  <a:pt x="9479248" y="4333010"/>
                  <a:pt x="9548866" y="4333010"/>
                </a:cubicBezTo>
                <a:cubicBezTo>
                  <a:pt x="9579522" y="4333010"/>
                  <a:pt x="9666537" y="4333838"/>
                  <a:pt x="9809912" y="4335494"/>
                </a:cubicBezTo>
                <a:lnTo>
                  <a:pt x="9737927" y="4154194"/>
                </a:lnTo>
                <a:lnTo>
                  <a:pt x="9369350" y="3158282"/>
                </a:lnTo>
                <a:lnTo>
                  <a:pt x="9188166" y="2640458"/>
                </a:lnTo>
                <a:cubicBezTo>
                  <a:pt x="9088836" y="2642114"/>
                  <a:pt x="8980814" y="2642942"/>
                  <a:pt x="8864099" y="2642942"/>
                </a:cubicBezTo>
                <a:cubicBezTo>
                  <a:pt x="8797055" y="2642942"/>
                  <a:pt x="8690688" y="2642114"/>
                  <a:pt x="8544999" y="2640458"/>
                </a:cubicBezTo>
                <a:close/>
                <a:moveTo>
                  <a:pt x="4024573" y="2640458"/>
                </a:moveTo>
                <a:lnTo>
                  <a:pt x="3986408" y="3214163"/>
                </a:lnTo>
                <a:lnTo>
                  <a:pt x="3910057" y="4084654"/>
                </a:lnTo>
                <a:lnTo>
                  <a:pt x="3879284" y="4335494"/>
                </a:lnTo>
                <a:cubicBezTo>
                  <a:pt x="3985249" y="4333838"/>
                  <a:pt x="4059757" y="4333010"/>
                  <a:pt x="4102805" y="4333010"/>
                </a:cubicBezTo>
                <a:cubicBezTo>
                  <a:pt x="4134264" y="4333010"/>
                  <a:pt x="4207115" y="4333838"/>
                  <a:pt x="4321359" y="4335494"/>
                </a:cubicBezTo>
                <a:lnTo>
                  <a:pt x="4325123" y="4176546"/>
                </a:lnTo>
                <a:lnTo>
                  <a:pt x="4366433" y="3471212"/>
                </a:lnTo>
                <a:lnTo>
                  <a:pt x="4397729" y="3127238"/>
                </a:lnTo>
                <a:cubicBezTo>
                  <a:pt x="4406861" y="3179393"/>
                  <a:pt x="4413501" y="3215818"/>
                  <a:pt x="4417646" y="3236515"/>
                </a:cubicBezTo>
                <a:cubicBezTo>
                  <a:pt x="4421792" y="3257211"/>
                  <a:pt x="4425527" y="3274596"/>
                  <a:pt x="4428851" y="3288670"/>
                </a:cubicBezTo>
                <a:lnTo>
                  <a:pt x="4518454" y="3652513"/>
                </a:lnTo>
                <a:lnTo>
                  <a:pt x="4671543" y="4335494"/>
                </a:lnTo>
                <a:cubicBezTo>
                  <a:pt x="4777508" y="4333838"/>
                  <a:pt x="4856154" y="4333010"/>
                  <a:pt x="4907482" y="4333010"/>
                </a:cubicBezTo>
                <a:cubicBezTo>
                  <a:pt x="4948046" y="4333010"/>
                  <a:pt x="5022140" y="4333838"/>
                  <a:pt x="5129761" y="4335494"/>
                </a:cubicBezTo>
                <a:lnTo>
                  <a:pt x="5363585" y="3630161"/>
                </a:lnTo>
                <a:lnTo>
                  <a:pt x="5526511" y="3124754"/>
                </a:lnTo>
                <a:cubicBezTo>
                  <a:pt x="5528167" y="3185188"/>
                  <a:pt x="5528995" y="3232376"/>
                  <a:pt x="5528995" y="3266318"/>
                </a:cubicBezTo>
                <a:cubicBezTo>
                  <a:pt x="5528995" y="3344136"/>
                  <a:pt x="5523953" y="3523160"/>
                  <a:pt x="5513870" y="3803389"/>
                </a:cubicBezTo>
                <a:cubicBezTo>
                  <a:pt x="5503787" y="4083619"/>
                  <a:pt x="5495375" y="4260987"/>
                  <a:pt x="5488637" y="4335494"/>
                </a:cubicBezTo>
                <a:cubicBezTo>
                  <a:pt x="5581356" y="4333838"/>
                  <a:pt x="5659589" y="4333010"/>
                  <a:pt x="5723334" y="4333010"/>
                </a:cubicBezTo>
                <a:cubicBezTo>
                  <a:pt x="5767211" y="4333010"/>
                  <a:pt x="5843787" y="4333838"/>
                  <a:pt x="5953064" y="4335494"/>
                </a:cubicBezTo>
                <a:cubicBezTo>
                  <a:pt x="5951408" y="4255192"/>
                  <a:pt x="5950580" y="4199726"/>
                  <a:pt x="5950580" y="4169095"/>
                </a:cubicBezTo>
                <a:cubicBezTo>
                  <a:pt x="5950580" y="4021737"/>
                  <a:pt x="5955962" y="3751855"/>
                  <a:pt x="5966723" y="3359452"/>
                </a:cubicBezTo>
                <a:cubicBezTo>
                  <a:pt x="5971691" y="3159110"/>
                  <a:pt x="5982039" y="2919446"/>
                  <a:pt x="5997768" y="2640458"/>
                </a:cubicBezTo>
                <a:cubicBezTo>
                  <a:pt x="5853721" y="2642114"/>
                  <a:pt x="5741133" y="2642942"/>
                  <a:pt x="5660003" y="2642942"/>
                </a:cubicBezTo>
                <a:cubicBezTo>
                  <a:pt x="5540791" y="2642942"/>
                  <a:pt x="5419097" y="2642114"/>
                  <a:pt x="5294918" y="2640458"/>
                </a:cubicBezTo>
                <a:cubicBezTo>
                  <a:pt x="5274183" y="2716621"/>
                  <a:pt x="5257803" y="2773122"/>
                  <a:pt x="5245780" y="2809962"/>
                </a:cubicBezTo>
                <a:cubicBezTo>
                  <a:pt x="5233757" y="2846801"/>
                  <a:pt x="5205351" y="2924827"/>
                  <a:pt x="5160563" y="3044038"/>
                </a:cubicBezTo>
                <a:cubicBezTo>
                  <a:pt x="5115774" y="3163249"/>
                  <a:pt x="5078453" y="3269629"/>
                  <a:pt x="5048599" y="3363177"/>
                </a:cubicBezTo>
                <a:cubicBezTo>
                  <a:pt x="5018744" y="3456725"/>
                  <a:pt x="4985572" y="3568485"/>
                  <a:pt x="4949082" y="3698459"/>
                </a:cubicBezTo>
                <a:cubicBezTo>
                  <a:pt x="4913574" y="3508880"/>
                  <a:pt x="4886947" y="3374974"/>
                  <a:pt x="4869200" y="3296741"/>
                </a:cubicBezTo>
                <a:cubicBezTo>
                  <a:pt x="4851453" y="3218509"/>
                  <a:pt x="4827923" y="3125789"/>
                  <a:pt x="4798612" y="3018582"/>
                </a:cubicBezTo>
                <a:cubicBezTo>
                  <a:pt x="4769301" y="2911374"/>
                  <a:pt x="4750930" y="2839351"/>
                  <a:pt x="4743498" y="2802511"/>
                </a:cubicBezTo>
                <a:cubicBezTo>
                  <a:pt x="4736067" y="2765671"/>
                  <a:pt x="4726984" y="2711654"/>
                  <a:pt x="4716247" y="2640458"/>
                </a:cubicBezTo>
                <a:cubicBezTo>
                  <a:pt x="4567530" y="2642114"/>
                  <a:pt x="4457031" y="2642942"/>
                  <a:pt x="4384749" y="2642942"/>
                </a:cubicBezTo>
                <a:cubicBezTo>
                  <a:pt x="4297500" y="2642942"/>
                  <a:pt x="4177442" y="2642114"/>
                  <a:pt x="4024573" y="2640458"/>
                </a:cubicBezTo>
                <a:close/>
                <a:moveTo>
                  <a:pt x="2515675" y="2640458"/>
                </a:moveTo>
                <a:cubicBezTo>
                  <a:pt x="2480064" y="2714965"/>
                  <a:pt x="2452318" y="2772087"/>
                  <a:pt x="2432436" y="2811824"/>
                </a:cubicBezTo>
                <a:lnTo>
                  <a:pt x="2364100" y="2947179"/>
                </a:lnTo>
                <a:lnTo>
                  <a:pt x="1721767" y="4156677"/>
                </a:lnTo>
                <a:lnTo>
                  <a:pt x="1618641" y="4335494"/>
                </a:lnTo>
                <a:cubicBezTo>
                  <a:pt x="1758690" y="4333838"/>
                  <a:pt x="1860213" y="4333010"/>
                  <a:pt x="1923208" y="4333010"/>
                </a:cubicBezTo>
                <a:cubicBezTo>
                  <a:pt x="1958003" y="4333010"/>
                  <a:pt x="2052476" y="4333838"/>
                  <a:pt x="2206626" y="4335494"/>
                </a:cubicBezTo>
                <a:cubicBezTo>
                  <a:pt x="2283552" y="4159989"/>
                  <a:pt x="2357994" y="3999384"/>
                  <a:pt x="2429953" y="3853682"/>
                </a:cubicBezTo>
                <a:lnTo>
                  <a:pt x="3055055" y="3853682"/>
                </a:lnTo>
                <a:cubicBezTo>
                  <a:pt x="3123651" y="4038294"/>
                  <a:pt x="3176130" y="4198898"/>
                  <a:pt x="3212491" y="4335494"/>
                </a:cubicBezTo>
                <a:cubicBezTo>
                  <a:pt x="3347573" y="4333838"/>
                  <a:pt x="3449924" y="4333010"/>
                  <a:pt x="3519541" y="4333010"/>
                </a:cubicBezTo>
                <a:cubicBezTo>
                  <a:pt x="3550198" y="4333010"/>
                  <a:pt x="3637213" y="4333838"/>
                  <a:pt x="3780588" y="4335494"/>
                </a:cubicBezTo>
                <a:lnTo>
                  <a:pt x="3708603" y="4154194"/>
                </a:lnTo>
                <a:lnTo>
                  <a:pt x="3340025" y="3158282"/>
                </a:lnTo>
                <a:lnTo>
                  <a:pt x="3158842" y="2640458"/>
                </a:lnTo>
                <a:cubicBezTo>
                  <a:pt x="3059512" y="2642114"/>
                  <a:pt x="2951489" y="2642942"/>
                  <a:pt x="2834775" y="2642942"/>
                </a:cubicBezTo>
                <a:cubicBezTo>
                  <a:pt x="2767731" y="2642942"/>
                  <a:pt x="2661365" y="2642114"/>
                  <a:pt x="2515675" y="2640458"/>
                </a:cubicBezTo>
                <a:close/>
                <a:moveTo>
                  <a:pt x="7133709" y="2633007"/>
                </a:moveTo>
                <a:cubicBezTo>
                  <a:pt x="7056680" y="2633007"/>
                  <a:pt x="6962680" y="2634870"/>
                  <a:pt x="6851708" y="2638596"/>
                </a:cubicBezTo>
                <a:cubicBezTo>
                  <a:pt x="6740737" y="2642321"/>
                  <a:pt x="6653371" y="2644183"/>
                  <a:pt x="6589613" y="2644183"/>
                </a:cubicBezTo>
                <a:cubicBezTo>
                  <a:pt x="6523359" y="2644183"/>
                  <a:pt x="6435574" y="2642942"/>
                  <a:pt x="6326258" y="2640458"/>
                </a:cubicBezTo>
                <a:cubicBezTo>
                  <a:pt x="6327086" y="2721588"/>
                  <a:pt x="6327500" y="2779952"/>
                  <a:pt x="6327500" y="2815550"/>
                </a:cubicBezTo>
                <a:cubicBezTo>
                  <a:pt x="6327500" y="2862738"/>
                  <a:pt x="6327086" y="2909926"/>
                  <a:pt x="6326258" y="2957113"/>
                </a:cubicBezTo>
                <a:lnTo>
                  <a:pt x="6312695" y="3396705"/>
                </a:lnTo>
                <a:lnTo>
                  <a:pt x="6280622" y="4017597"/>
                </a:lnTo>
                <a:lnTo>
                  <a:pt x="6255962" y="4335494"/>
                </a:lnTo>
                <a:cubicBezTo>
                  <a:pt x="6393503" y="4333838"/>
                  <a:pt x="6479671" y="4333010"/>
                  <a:pt x="6514466" y="4333010"/>
                </a:cubicBezTo>
                <a:lnTo>
                  <a:pt x="6761795" y="4335494"/>
                </a:lnTo>
                <a:lnTo>
                  <a:pt x="6761795" y="4174062"/>
                </a:lnTo>
                <a:cubicBezTo>
                  <a:pt x="6761795" y="4102866"/>
                  <a:pt x="6767118" y="3889280"/>
                  <a:pt x="6777763" y="3533301"/>
                </a:cubicBezTo>
                <a:cubicBezTo>
                  <a:pt x="6783507" y="3337927"/>
                  <a:pt x="6791701" y="3160352"/>
                  <a:pt x="6802347" y="3000576"/>
                </a:cubicBezTo>
                <a:lnTo>
                  <a:pt x="6906657" y="2993125"/>
                </a:lnTo>
                <a:cubicBezTo>
                  <a:pt x="6938943" y="2991469"/>
                  <a:pt x="6969988" y="2990642"/>
                  <a:pt x="6999791" y="2990642"/>
                </a:cubicBezTo>
                <a:cubicBezTo>
                  <a:pt x="7030421" y="2990642"/>
                  <a:pt x="7057741" y="2992711"/>
                  <a:pt x="7081748" y="2996850"/>
                </a:cubicBezTo>
                <a:cubicBezTo>
                  <a:pt x="7105756" y="3000990"/>
                  <a:pt x="7127694" y="3010096"/>
                  <a:pt x="7147563" y="3024170"/>
                </a:cubicBezTo>
                <a:cubicBezTo>
                  <a:pt x="7167432" y="3038243"/>
                  <a:pt x="7181919" y="3056249"/>
                  <a:pt x="7191025" y="3078187"/>
                </a:cubicBezTo>
                <a:cubicBezTo>
                  <a:pt x="7200132" y="3100126"/>
                  <a:pt x="7204685" y="3125168"/>
                  <a:pt x="7204685" y="3153315"/>
                </a:cubicBezTo>
                <a:cubicBezTo>
                  <a:pt x="7204685" y="3211265"/>
                  <a:pt x="7184196" y="3260316"/>
                  <a:pt x="7143217" y="3300467"/>
                </a:cubicBezTo>
                <a:cubicBezTo>
                  <a:pt x="7102238" y="3340618"/>
                  <a:pt x="7039942" y="3360693"/>
                  <a:pt x="6956328" y="3360693"/>
                </a:cubicBezTo>
                <a:cubicBezTo>
                  <a:pt x="6916591" y="3360693"/>
                  <a:pt x="6878510" y="3356968"/>
                  <a:pt x="6842084" y="3349517"/>
                </a:cubicBezTo>
                <a:cubicBezTo>
                  <a:pt x="6853674" y="3385943"/>
                  <a:pt x="6868575" y="3441823"/>
                  <a:pt x="6886788" y="3517158"/>
                </a:cubicBezTo>
                <a:cubicBezTo>
                  <a:pt x="6905001" y="3592493"/>
                  <a:pt x="6917419" y="3649201"/>
                  <a:pt x="6924042" y="3687283"/>
                </a:cubicBezTo>
                <a:cubicBezTo>
                  <a:pt x="6982820" y="3697217"/>
                  <a:pt x="7034561" y="3702184"/>
                  <a:pt x="7079265" y="3702184"/>
                </a:cubicBezTo>
                <a:cubicBezTo>
                  <a:pt x="7200960" y="3702184"/>
                  <a:pt x="7310651" y="3679418"/>
                  <a:pt x="7408338" y="3633886"/>
                </a:cubicBezTo>
                <a:cubicBezTo>
                  <a:pt x="7506025" y="3588354"/>
                  <a:pt x="7581774" y="3519642"/>
                  <a:pt x="7635584" y="3427750"/>
                </a:cubicBezTo>
                <a:cubicBezTo>
                  <a:pt x="7689395" y="3335858"/>
                  <a:pt x="7716300" y="3234445"/>
                  <a:pt x="7716300" y="3123512"/>
                </a:cubicBezTo>
                <a:cubicBezTo>
                  <a:pt x="7716300" y="3069702"/>
                  <a:pt x="7709261" y="3016926"/>
                  <a:pt x="7695180" y="2965185"/>
                </a:cubicBezTo>
                <a:cubicBezTo>
                  <a:pt x="7681100" y="2913444"/>
                  <a:pt x="7659983" y="2867291"/>
                  <a:pt x="7631830" y="2826726"/>
                </a:cubicBezTo>
                <a:cubicBezTo>
                  <a:pt x="7603676" y="2786161"/>
                  <a:pt x="7568066" y="2750770"/>
                  <a:pt x="7524998" y="2720553"/>
                </a:cubicBezTo>
                <a:cubicBezTo>
                  <a:pt x="7481930" y="2690336"/>
                  <a:pt x="7433691" y="2668191"/>
                  <a:pt x="7380281" y="2654118"/>
                </a:cubicBezTo>
                <a:cubicBezTo>
                  <a:pt x="7326872" y="2640044"/>
                  <a:pt x="7244681" y="2633007"/>
                  <a:pt x="7133709" y="2633007"/>
                </a:cubicBezTo>
                <a:close/>
                <a:moveTo>
                  <a:pt x="1098058" y="2608172"/>
                </a:moveTo>
                <a:cubicBezTo>
                  <a:pt x="1026863" y="2608172"/>
                  <a:pt x="957737" y="2613760"/>
                  <a:pt x="890680" y="2624936"/>
                </a:cubicBezTo>
                <a:cubicBezTo>
                  <a:pt x="823624" y="2636112"/>
                  <a:pt x="760707" y="2657015"/>
                  <a:pt x="701929" y="2687646"/>
                </a:cubicBezTo>
                <a:cubicBezTo>
                  <a:pt x="643151" y="2718277"/>
                  <a:pt x="595963" y="2754702"/>
                  <a:pt x="560365" y="2796923"/>
                </a:cubicBezTo>
                <a:cubicBezTo>
                  <a:pt x="524768" y="2839144"/>
                  <a:pt x="498069" y="2884469"/>
                  <a:pt x="480270" y="2932898"/>
                </a:cubicBezTo>
                <a:cubicBezTo>
                  <a:pt x="462471" y="2981328"/>
                  <a:pt x="453572" y="3030793"/>
                  <a:pt x="453572" y="3081292"/>
                </a:cubicBezTo>
                <a:cubicBezTo>
                  <a:pt x="453572" y="3123512"/>
                  <a:pt x="459170" y="3163456"/>
                  <a:pt x="470365" y="3201124"/>
                </a:cubicBezTo>
                <a:cubicBezTo>
                  <a:pt x="481561" y="3238791"/>
                  <a:pt x="499395" y="3275838"/>
                  <a:pt x="523869" y="3312264"/>
                </a:cubicBezTo>
                <a:cubicBezTo>
                  <a:pt x="548342" y="3348689"/>
                  <a:pt x="582562" y="3388013"/>
                  <a:pt x="626529" y="3430233"/>
                </a:cubicBezTo>
                <a:cubicBezTo>
                  <a:pt x="648105" y="3450930"/>
                  <a:pt x="686264" y="3484458"/>
                  <a:pt x="741006" y="3530818"/>
                </a:cubicBezTo>
                <a:lnTo>
                  <a:pt x="974966" y="3734470"/>
                </a:lnTo>
                <a:cubicBezTo>
                  <a:pt x="996529" y="3753511"/>
                  <a:pt x="1013119" y="3771103"/>
                  <a:pt x="1024735" y="3787246"/>
                </a:cubicBezTo>
                <a:cubicBezTo>
                  <a:pt x="1036350" y="3803389"/>
                  <a:pt x="1044231" y="3817877"/>
                  <a:pt x="1048377" y="3830709"/>
                </a:cubicBezTo>
                <a:cubicBezTo>
                  <a:pt x="1052523" y="3843541"/>
                  <a:pt x="1054596" y="3856993"/>
                  <a:pt x="1054596" y="3871067"/>
                </a:cubicBezTo>
                <a:cubicBezTo>
                  <a:pt x="1054596" y="3912460"/>
                  <a:pt x="1033240" y="3943711"/>
                  <a:pt x="990527" y="3964821"/>
                </a:cubicBezTo>
                <a:cubicBezTo>
                  <a:pt x="947815" y="3985932"/>
                  <a:pt x="890383" y="3996487"/>
                  <a:pt x="818230" y="3996487"/>
                </a:cubicBezTo>
                <a:cubicBezTo>
                  <a:pt x="763488" y="3996487"/>
                  <a:pt x="699830" y="3988415"/>
                  <a:pt x="627257" y="3972272"/>
                </a:cubicBezTo>
                <a:cubicBezTo>
                  <a:pt x="554684" y="3956129"/>
                  <a:pt x="471953" y="3927361"/>
                  <a:pt x="379065" y="3885968"/>
                </a:cubicBezTo>
                <a:cubicBezTo>
                  <a:pt x="393138" y="3991934"/>
                  <a:pt x="405556" y="4133083"/>
                  <a:pt x="416318" y="4309417"/>
                </a:cubicBezTo>
                <a:cubicBezTo>
                  <a:pt x="620799" y="4348326"/>
                  <a:pt x="790096" y="4367780"/>
                  <a:pt x="924208" y="4367780"/>
                </a:cubicBezTo>
                <a:cubicBezTo>
                  <a:pt x="1011133" y="4367780"/>
                  <a:pt x="1093712" y="4359088"/>
                  <a:pt x="1171945" y="4341703"/>
                </a:cubicBezTo>
                <a:cubicBezTo>
                  <a:pt x="1250177" y="4324318"/>
                  <a:pt x="1321993" y="4293894"/>
                  <a:pt x="1387394" y="4250432"/>
                </a:cubicBezTo>
                <a:cubicBezTo>
                  <a:pt x="1452795" y="4206969"/>
                  <a:pt x="1503294" y="4151503"/>
                  <a:pt x="1538892" y="4084033"/>
                </a:cubicBezTo>
                <a:cubicBezTo>
                  <a:pt x="1574490" y="4016562"/>
                  <a:pt x="1592289" y="3945574"/>
                  <a:pt x="1592289" y="3871067"/>
                </a:cubicBezTo>
                <a:cubicBezTo>
                  <a:pt x="1592289" y="3842092"/>
                  <a:pt x="1589391" y="3814979"/>
                  <a:pt x="1583596" y="3789730"/>
                </a:cubicBezTo>
                <a:cubicBezTo>
                  <a:pt x="1577801" y="3764480"/>
                  <a:pt x="1568902" y="3739438"/>
                  <a:pt x="1556898" y="3714602"/>
                </a:cubicBezTo>
                <a:cubicBezTo>
                  <a:pt x="1544894" y="3689766"/>
                  <a:pt x="1527716" y="3662447"/>
                  <a:pt x="1505364" y="3632644"/>
                </a:cubicBezTo>
                <a:cubicBezTo>
                  <a:pt x="1483012" y="3602841"/>
                  <a:pt x="1456520" y="3572625"/>
                  <a:pt x="1425889" y="3541994"/>
                </a:cubicBezTo>
                <a:cubicBezTo>
                  <a:pt x="1395259" y="3511363"/>
                  <a:pt x="1366698" y="3485286"/>
                  <a:pt x="1340206" y="3463761"/>
                </a:cubicBezTo>
                <a:lnTo>
                  <a:pt x="1250798" y="3392980"/>
                </a:lnTo>
                <a:cubicBezTo>
                  <a:pt x="1187053" y="3343308"/>
                  <a:pt x="1140279" y="3305848"/>
                  <a:pt x="1110476" y="3280598"/>
                </a:cubicBezTo>
                <a:cubicBezTo>
                  <a:pt x="1080673" y="3255349"/>
                  <a:pt x="1056665" y="3232169"/>
                  <a:pt x="1038453" y="3211058"/>
                </a:cubicBezTo>
                <a:cubicBezTo>
                  <a:pt x="1020240" y="3189948"/>
                  <a:pt x="1007822" y="3171528"/>
                  <a:pt x="1001199" y="3155799"/>
                </a:cubicBezTo>
                <a:cubicBezTo>
                  <a:pt x="994576" y="3140070"/>
                  <a:pt x="991265" y="3123926"/>
                  <a:pt x="991265" y="3107369"/>
                </a:cubicBezTo>
                <a:cubicBezTo>
                  <a:pt x="991265" y="3071771"/>
                  <a:pt x="1012582" y="3041969"/>
                  <a:pt x="1055217" y="3017961"/>
                </a:cubicBezTo>
                <a:cubicBezTo>
                  <a:pt x="1097851" y="2993953"/>
                  <a:pt x="1151455" y="2981949"/>
                  <a:pt x="1216028" y="2981949"/>
                </a:cubicBezTo>
                <a:cubicBezTo>
                  <a:pt x="1261560" y="2981949"/>
                  <a:pt x="1315785" y="2987951"/>
                  <a:pt x="1378702" y="2999955"/>
                </a:cubicBezTo>
                <a:cubicBezTo>
                  <a:pt x="1441619" y="3011959"/>
                  <a:pt x="1511159" y="3033276"/>
                  <a:pt x="1587321" y="3063907"/>
                </a:cubicBezTo>
                <a:cubicBezTo>
                  <a:pt x="1574904" y="2944695"/>
                  <a:pt x="1567039" y="2861289"/>
                  <a:pt x="1563728" y="2813687"/>
                </a:cubicBezTo>
                <a:cubicBezTo>
                  <a:pt x="1560416" y="2766085"/>
                  <a:pt x="1557519" y="2713723"/>
                  <a:pt x="1555035" y="2656601"/>
                </a:cubicBezTo>
                <a:cubicBezTo>
                  <a:pt x="1390291" y="2624315"/>
                  <a:pt x="1237966" y="2608172"/>
                  <a:pt x="1098058" y="2608172"/>
                </a:cubicBezTo>
                <a:close/>
                <a:moveTo>
                  <a:pt x="0" y="0"/>
                </a:moveTo>
                <a:lnTo>
                  <a:pt x="12286130" y="0"/>
                </a:lnTo>
                <a:lnTo>
                  <a:pt x="12286130" y="6910948"/>
                </a:lnTo>
                <a:lnTo>
                  <a:pt x="0" y="6910948"/>
                </a:lnTo>
                <a:close/>
              </a:path>
            </a:pathLst>
          </a:cu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5144AE78-8565-40A6-BAC9-B4678012865F}"/>
              </a:ext>
            </a:extLst>
          </p:cNvPr>
          <p:cNvGrpSpPr/>
          <p:nvPr/>
        </p:nvGrpSpPr>
        <p:grpSpPr>
          <a:xfrm>
            <a:off x="0" y="7076509"/>
            <a:ext cx="11980226" cy="2924316"/>
            <a:chOff x="0" y="1980079"/>
            <a:chExt cx="11980226" cy="2924316"/>
          </a:xfrm>
        </p:grpSpPr>
        <p:pic>
          <p:nvPicPr>
            <p:cNvPr id="13" name="Picture 2" descr="Dari Rumah ke Lingkungan: Kenali Sampah di Sekitarmu">
              <a:extLst>
                <a:ext uri="{FF2B5EF4-FFF2-40B4-BE49-F238E27FC236}">
                  <a16:creationId xmlns:a16="http://schemas.microsoft.com/office/drawing/2014/main" id="{240CEE60-6176-4B96-8393-EA8DC690615B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artisticBlur/>
                      </a14:imgEffect>
                      <a14:imgEffect>
                        <a14:brightnessContrast bright="40000" contrast="2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67" t="29034" r="80344" b="29034"/>
            <a:stretch/>
          </p:blipFill>
          <p:spPr bwMode="auto">
            <a:xfrm>
              <a:off x="0" y="2006553"/>
              <a:ext cx="2320742" cy="2897842"/>
            </a:xfrm>
            <a:prstGeom prst="roundRect">
              <a:avLst/>
            </a:prstGeom>
            <a:noFill/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" name="Picture 2" descr="Dari Rumah ke Lingkungan: Kenali Sampah di Sekitarmu">
              <a:extLst>
                <a:ext uri="{FF2B5EF4-FFF2-40B4-BE49-F238E27FC236}">
                  <a16:creationId xmlns:a16="http://schemas.microsoft.com/office/drawing/2014/main" id="{697490BB-92AD-43A1-85B9-F6AA630FC59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artisticBlur/>
                      </a14:imgEffect>
                      <a14:imgEffect>
                        <a14:brightnessContrast bright="40000" contrast="2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422" t="29034" r="60689" b="29034"/>
            <a:stretch/>
          </p:blipFill>
          <p:spPr bwMode="auto">
            <a:xfrm>
              <a:off x="2414871" y="2006553"/>
              <a:ext cx="2320742" cy="2897842"/>
            </a:xfrm>
            <a:prstGeom prst="roundRect">
              <a:avLst/>
            </a:prstGeom>
            <a:noFill/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" name="Picture 2" descr="Dari Rumah ke Lingkungan: Kenali Sampah di Sekitarmu">
              <a:extLst>
                <a:ext uri="{FF2B5EF4-FFF2-40B4-BE49-F238E27FC236}">
                  <a16:creationId xmlns:a16="http://schemas.microsoft.com/office/drawing/2014/main" id="{93971675-6491-4980-8AD7-A35F1A73F641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artisticBlur/>
                      </a14:imgEffect>
                      <a14:imgEffect>
                        <a14:brightnessContrast bright="40000" contrast="2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0077" t="28650" r="41034" b="29418"/>
            <a:stretch/>
          </p:blipFill>
          <p:spPr bwMode="auto">
            <a:xfrm>
              <a:off x="4829742" y="1980079"/>
              <a:ext cx="2320742" cy="2897842"/>
            </a:xfrm>
            <a:prstGeom prst="roundRect">
              <a:avLst/>
            </a:prstGeom>
            <a:noFill/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6" name="Picture 2" descr="Dari Rumah ke Lingkungan: Kenali Sampah di Sekitarmu">
              <a:extLst>
                <a:ext uri="{FF2B5EF4-FFF2-40B4-BE49-F238E27FC236}">
                  <a16:creationId xmlns:a16="http://schemas.microsoft.com/office/drawing/2014/main" id="{3D52F290-895B-4ABF-A787-E63C992EC290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artisticBlur/>
                      </a14:imgEffect>
                      <a14:imgEffect>
                        <a14:brightnessContrast bright="40000" contrast="2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9731" t="28650" r="21380" b="29418"/>
            <a:stretch/>
          </p:blipFill>
          <p:spPr bwMode="auto">
            <a:xfrm>
              <a:off x="7244613" y="1980079"/>
              <a:ext cx="2320742" cy="2897842"/>
            </a:xfrm>
            <a:prstGeom prst="roundRect">
              <a:avLst/>
            </a:prstGeom>
            <a:noFill/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7" name="Picture 2" descr="Dari Rumah ke Lingkungan: Kenali Sampah di Sekitarmu">
              <a:extLst>
                <a:ext uri="{FF2B5EF4-FFF2-40B4-BE49-F238E27FC236}">
                  <a16:creationId xmlns:a16="http://schemas.microsoft.com/office/drawing/2014/main" id="{CFB4C4EE-FF69-4DC0-A12B-95BA892E988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artisticBlur/>
                      </a14:imgEffect>
                      <a14:imgEffect>
                        <a14:brightnessContrast bright="40000" contrast="2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9387" t="28650" r="1724" b="29418"/>
            <a:stretch/>
          </p:blipFill>
          <p:spPr bwMode="auto">
            <a:xfrm>
              <a:off x="9659484" y="1980079"/>
              <a:ext cx="2320742" cy="2897842"/>
            </a:xfrm>
            <a:prstGeom prst="roundRect">
              <a:avLst/>
            </a:prstGeom>
            <a:noFill/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81A54BF9-7D36-41D8-A9F9-41440D31A5B9}"/>
              </a:ext>
            </a:extLst>
          </p:cNvPr>
          <p:cNvGrpSpPr/>
          <p:nvPr/>
        </p:nvGrpSpPr>
        <p:grpSpPr>
          <a:xfrm>
            <a:off x="3100668" y="-1833406"/>
            <a:ext cx="4950822" cy="1541417"/>
            <a:chOff x="3100668" y="156754"/>
            <a:chExt cx="4950822" cy="1541417"/>
          </a:xfrm>
        </p:grpSpPr>
        <p:sp>
          <p:nvSpPr>
            <p:cNvPr id="23" name="Rectangle: Rounded Corners 22">
              <a:extLst>
                <a:ext uri="{FF2B5EF4-FFF2-40B4-BE49-F238E27FC236}">
                  <a16:creationId xmlns:a16="http://schemas.microsoft.com/office/drawing/2014/main" id="{B25CDAFB-8CC7-4D48-8DC9-B89171F7C21D}"/>
                </a:ext>
              </a:extLst>
            </p:cNvPr>
            <p:cNvSpPr/>
            <p:nvPr/>
          </p:nvSpPr>
          <p:spPr>
            <a:xfrm>
              <a:off x="3100668" y="156754"/>
              <a:ext cx="4763171" cy="1541417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03A0C87B-1153-49EE-BE48-167A1ABA4CA4}"/>
                </a:ext>
              </a:extLst>
            </p:cNvPr>
            <p:cNvSpPr/>
            <p:nvPr/>
          </p:nvSpPr>
          <p:spPr>
            <a:xfrm>
              <a:off x="3187337" y="261257"/>
              <a:ext cx="4572000" cy="1332412"/>
            </a:xfrm>
            <a:prstGeom prst="roundRect">
              <a:avLst/>
            </a:prstGeom>
            <a:gradFill flip="none" rotWithShape="1">
              <a:gsLst>
                <a:gs pos="0">
                  <a:schemeClr val="accent6">
                    <a:lumMod val="40000"/>
                    <a:lumOff val="60000"/>
                  </a:schemeClr>
                </a:gs>
                <a:gs pos="46000">
                  <a:schemeClr val="accent6">
                    <a:lumMod val="95000"/>
                    <a:lumOff val="5000"/>
                  </a:schemeClr>
                </a:gs>
                <a:gs pos="100000">
                  <a:schemeClr val="accent6">
                    <a:lumMod val="60000"/>
                  </a:schemeClr>
                </a:gs>
              </a:gsLst>
              <a:lin ang="66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2AF58693-ED26-4331-A4DE-58D21277204F}"/>
                </a:ext>
              </a:extLst>
            </p:cNvPr>
            <p:cNvSpPr txBox="1"/>
            <p:nvPr/>
          </p:nvSpPr>
          <p:spPr>
            <a:xfrm flipH="1">
              <a:off x="3288319" y="493664"/>
              <a:ext cx="4763171" cy="8617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5000" dirty="0">
                  <a:solidFill>
                    <a:schemeClr val="bg1"/>
                  </a:solidFill>
                  <a:latin typeface="Eras Bold ITC" panose="020B0907030504020204" pitchFamily="34" charset="0"/>
                </a:rPr>
                <a:t>ANGGOTA</a:t>
              </a:r>
              <a:endParaRPr lang="en-ID" sz="5000" dirty="0">
                <a:solidFill>
                  <a:schemeClr val="bg1"/>
                </a:solidFill>
                <a:latin typeface="Eras Bold ITC" panose="020B0907030504020204" pitchFamily="34" charset="0"/>
              </a:endParaRPr>
            </a:p>
          </p:txBody>
        </p:sp>
        <p:pic>
          <p:nvPicPr>
            <p:cNvPr id="26" name="Picture 2" descr="member Vector Icons free download in SVG, PNG Format">
              <a:extLst>
                <a:ext uri="{FF2B5EF4-FFF2-40B4-BE49-F238E27FC236}">
                  <a16:creationId xmlns:a16="http://schemas.microsoft.com/office/drawing/2014/main" id="{68C87A12-7E6F-4AE5-BBF5-FD76FAE0569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saturation sat="4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97563" y="485439"/>
              <a:ext cx="861774" cy="86177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DBFE7540-89B9-4E8B-9714-65FCF19EBF2A}"/>
              </a:ext>
            </a:extLst>
          </p:cNvPr>
          <p:cNvGrpSpPr/>
          <p:nvPr/>
        </p:nvGrpSpPr>
        <p:grpSpPr>
          <a:xfrm>
            <a:off x="65315" y="7036178"/>
            <a:ext cx="12053455" cy="3018544"/>
            <a:chOff x="65315" y="1980079"/>
            <a:chExt cx="12053455" cy="3018544"/>
          </a:xfrm>
        </p:grpSpPr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04771675-CE47-46AF-86F2-093756691D98}"/>
                </a:ext>
              </a:extLst>
            </p:cNvPr>
            <p:cNvGrpSpPr/>
            <p:nvPr/>
          </p:nvGrpSpPr>
          <p:grpSpPr>
            <a:xfrm>
              <a:off x="65315" y="1980079"/>
              <a:ext cx="11980226" cy="2924316"/>
              <a:chOff x="0" y="1980079"/>
              <a:chExt cx="11980226" cy="2924316"/>
            </a:xfrm>
          </p:grpSpPr>
          <p:pic>
            <p:nvPicPr>
              <p:cNvPr id="38" name="Picture 2" descr="Dari Rumah ke Lingkungan: Kenali Sampah di Sekitarmu">
                <a:extLst>
                  <a:ext uri="{FF2B5EF4-FFF2-40B4-BE49-F238E27FC236}">
                    <a16:creationId xmlns:a16="http://schemas.microsoft.com/office/drawing/2014/main" id="{2092E658-AD0E-4D6F-96FB-57512BE0E9E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artisticBlur/>
                        </a14:imgEffect>
                        <a14:imgEffect>
                          <a14:brightnessContrast bright="40000" contrast="2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67" t="29034" r="80344" b="29034"/>
              <a:stretch/>
            </p:blipFill>
            <p:spPr bwMode="auto">
              <a:xfrm>
                <a:off x="0" y="2006553"/>
                <a:ext cx="2320742" cy="2897842"/>
              </a:xfrm>
              <a:prstGeom prst="roundRect">
                <a:avLst/>
              </a:prstGeom>
              <a:noFill/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39" name="Picture 2" descr="Dari Rumah ke Lingkungan: Kenali Sampah di Sekitarmu">
                <a:extLst>
                  <a:ext uri="{FF2B5EF4-FFF2-40B4-BE49-F238E27FC236}">
                    <a16:creationId xmlns:a16="http://schemas.microsoft.com/office/drawing/2014/main" id="{3BB66B35-22A9-4458-BDDC-4DD1C570099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artisticBlur/>
                        </a14:imgEffect>
                        <a14:imgEffect>
                          <a14:brightnessContrast bright="40000" contrast="2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0422" t="29034" r="60689" b="29034"/>
              <a:stretch/>
            </p:blipFill>
            <p:spPr bwMode="auto">
              <a:xfrm>
                <a:off x="2414871" y="2006553"/>
                <a:ext cx="2320742" cy="2897842"/>
              </a:xfrm>
              <a:prstGeom prst="roundRect">
                <a:avLst/>
              </a:prstGeom>
              <a:noFill/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40" name="Picture 2" descr="Dari Rumah ke Lingkungan: Kenali Sampah di Sekitarmu">
                <a:extLst>
                  <a:ext uri="{FF2B5EF4-FFF2-40B4-BE49-F238E27FC236}">
                    <a16:creationId xmlns:a16="http://schemas.microsoft.com/office/drawing/2014/main" id="{3CE47F15-81C6-4B3D-9849-165972ED424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artisticBlur/>
                        </a14:imgEffect>
                        <a14:imgEffect>
                          <a14:brightnessContrast bright="40000" contrast="2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40077" t="28650" r="41034" b="29418"/>
              <a:stretch/>
            </p:blipFill>
            <p:spPr bwMode="auto">
              <a:xfrm>
                <a:off x="4829742" y="1980079"/>
                <a:ext cx="2320742" cy="2897842"/>
              </a:xfrm>
              <a:prstGeom prst="roundRect">
                <a:avLst/>
              </a:prstGeom>
              <a:noFill/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41" name="Picture 2" descr="Dari Rumah ke Lingkungan: Kenali Sampah di Sekitarmu">
                <a:extLst>
                  <a:ext uri="{FF2B5EF4-FFF2-40B4-BE49-F238E27FC236}">
                    <a16:creationId xmlns:a16="http://schemas.microsoft.com/office/drawing/2014/main" id="{0ADCE37A-07D7-4D89-9ECC-A6A140E19D1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artisticBlur/>
                        </a14:imgEffect>
                        <a14:imgEffect>
                          <a14:brightnessContrast bright="40000" contrast="2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9731" t="28650" r="21380" b="29418"/>
              <a:stretch/>
            </p:blipFill>
            <p:spPr bwMode="auto">
              <a:xfrm>
                <a:off x="7244613" y="1980079"/>
                <a:ext cx="2320742" cy="2897842"/>
              </a:xfrm>
              <a:prstGeom prst="roundRect">
                <a:avLst/>
              </a:prstGeom>
              <a:noFill/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42" name="Picture 2" descr="Dari Rumah ke Lingkungan: Kenali Sampah di Sekitarmu">
                <a:extLst>
                  <a:ext uri="{FF2B5EF4-FFF2-40B4-BE49-F238E27FC236}">
                    <a16:creationId xmlns:a16="http://schemas.microsoft.com/office/drawing/2014/main" id="{88A3FA6A-98E0-44A9-A686-3E64B87635C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artisticBlur/>
                        </a14:imgEffect>
                        <a14:imgEffect>
                          <a14:brightnessContrast bright="40000" contrast="2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9387" t="28650" r="1724" b="29418"/>
              <a:stretch/>
            </p:blipFill>
            <p:spPr bwMode="auto">
              <a:xfrm>
                <a:off x="9659484" y="1980079"/>
                <a:ext cx="2320742" cy="2897842"/>
              </a:xfrm>
              <a:prstGeom prst="roundRect">
                <a:avLst/>
              </a:prstGeom>
              <a:noFill/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pic>
          <p:nvPicPr>
            <p:cNvPr id="27" name="Picture 4" descr="Sugar Land Taekwondo Training &amp; Martial Arts Defense Classes">
              <a:extLst>
                <a:ext uri="{FF2B5EF4-FFF2-40B4-BE49-F238E27FC236}">
                  <a16:creationId xmlns:a16="http://schemas.microsoft.com/office/drawing/2014/main" id="{2214EFB3-CC6E-4416-A510-F702B2104F6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4887" y="2124642"/>
              <a:ext cx="2081598" cy="2081598"/>
            </a:xfrm>
            <a:prstGeom prst="roundRect">
              <a:avLst>
                <a:gd name="adj" fmla="val 16667"/>
              </a:avLst>
            </a:prstGeom>
            <a:ln>
              <a:noFill/>
            </a:ln>
            <a:effectLst>
              <a:outerShdw blurRad="76200" dist="38100" dir="78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contrasting" dir="t">
                <a:rot lat="0" lon="0" rev="4200000"/>
              </a:lightRig>
            </a:scene3d>
            <a:sp3d prstMaterial="plastic">
              <a:bevelT w="381000" h="114300" prst="relaxedInset"/>
              <a:contourClr>
                <a:srgbClr val="969696"/>
              </a:contourClr>
            </a:sp3d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8" name="Picture 8" descr="He's Qin Shi Huang, your honor. Ong I HATE instagram cropping sm. When I  was reading Record of Ragnarok, I was nOT EXPECTING HIM TO BE IN THIS MANGA  AT ALL... LIKE????">
              <a:extLst>
                <a:ext uri="{FF2B5EF4-FFF2-40B4-BE49-F238E27FC236}">
                  <a16:creationId xmlns:a16="http://schemas.microsoft.com/office/drawing/2014/main" id="{EF18958B-3739-4CA9-A175-B17A99AE338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08184" y="2124643"/>
              <a:ext cx="2081598" cy="2081598"/>
            </a:xfrm>
            <a:prstGeom prst="roundRect">
              <a:avLst>
                <a:gd name="adj" fmla="val 16667"/>
              </a:avLst>
            </a:prstGeom>
            <a:ln>
              <a:noFill/>
            </a:ln>
            <a:effectLst>
              <a:outerShdw blurRad="76200" dist="38100" dir="78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contrasting" dir="t">
                <a:rot lat="0" lon="0" rev="4200000"/>
              </a:lightRig>
            </a:scene3d>
            <a:sp3d prstMaterial="plastic">
              <a:bevelT w="381000" h="114300" prst="relaxedInset"/>
              <a:contourClr>
                <a:srgbClr val="969696"/>
              </a:contourClr>
            </a:sp3d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9" name="Picture 2" descr="Gambar Kartun bunga - Unduh Gratis di Freepik">
              <a:extLst>
                <a:ext uri="{FF2B5EF4-FFF2-40B4-BE49-F238E27FC236}">
                  <a16:creationId xmlns:a16="http://schemas.microsoft.com/office/drawing/2014/main" id="{2CE9F85D-BC09-4C4F-9194-F066A391957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82553" y="2085453"/>
              <a:ext cx="2145750" cy="2145750"/>
            </a:xfrm>
            <a:prstGeom prst="roundRect">
              <a:avLst>
                <a:gd name="adj" fmla="val 16667"/>
              </a:avLst>
            </a:prstGeom>
            <a:ln>
              <a:noFill/>
            </a:ln>
            <a:effectLst>
              <a:outerShdw blurRad="76200" dist="38100" dir="78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contrasting" dir="t">
                <a:rot lat="0" lon="0" rev="4200000"/>
              </a:lightRig>
            </a:scene3d>
            <a:sp3d prstMaterial="plastic">
              <a:bevelT w="381000" h="114300" prst="relaxedInset"/>
              <a:contourClr>
                <a:srgbClr val="969696"/>
              </a:contourClr>
            </a:sp3d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0" name="Picture 4" descr="Blume clip art Bilder - Kostenloser Download auf Freepik">
              <a:extLst>
                <a:ext uri="{FF2B5EF4-FFF2-40B4-BE49-F238E27FC236}">
                  <a16:creationId xmlns:a16="http://schemas.microsoft.com/office/drawing/2014/main" id="{E30B0955-0DFC-41AE-8699-AAEBEE207D3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385818" y="2085453"/>
              <a:ext cx="2168962" cy="2168962"/>
            </a:xfrm>
            <a:prstGeom prst="roundRect">
              <a:avLst>
                <a:gd name="adj" fmla="val 16667"/>
              </a:avLst>
            </a:prstGeom>
            <a:ln>
              <a:noFill/>
            </a:ln>
            <a:effectLst>
              <a:outerShdw blurRad="76200" dist="38100" dir="78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contrasting" dir="t">
                <a:rot lat="0" lon="0" rev="4200000"/>
              </a:lightRig>
            </a:scene3d>
            <a:sp3d prstMaterial="plastic">
              <a:bevelT w="381000" h="114300" prst="relaxedInset"/>
              <a:contourClr>
                <a:srgbClr val="969696"/>
              </a:contourClr>
            </a:sp3d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1" name="Picture 6" descr="Gambar Pola Dekoratif Kartun Bunga Matahari | Elemen Grafis PSD Unduhan  Gratis - Pikbest">
              <a:extLst>
                <a:ext uri="{FF2B5EF4-FFF2-40B4-BE49-F238E27FC236}">
                  <a16:creationId xmlns:a16="http://schemas.microsoft.com/office/drawing/2014/main" id="{C108BF85-189E-4087-B1F6-1784F3F7A6B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816240" y="2093663"/>
              <a:ext cx="2143556" cy="2143556"/>
            </a:xfrm>
            <a:prstGeom prst="roundRect">
              <a:avLst>
                <a:gd name="adj" fmla="val 16667"/>
              </a:avLst>
            </a:prstGeom>
            <a:ln>
              <a:noFill/>
            </a:ln>
            <a:effectLst>
              <a:outerShdw blurRad="76200" dist="38100" dir="78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contrasting" dir="t">
                <a:rot lat="0" lon="0" rev="4200000"/>
              </a:lightRig>
            </a:scene3d>
            <a:sp3d prstMaterial="plastic">
              <a:bevelT w="381000" h="114300" prst="relaxedInset"/>
              <a:contourClr>
                <a:srgbClr val="969696"/>
              </a:contourClr>
            </a:sp3d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239D4443-C1ED-4C61-A5DA-AE04A4089050}"/>
                </a:ext>
              </a:extLst>
            </p:cNvPr>
            <p:cNvSpPr txBox="1"/>
            <p:nvPr/>
          </p:nvSpPr>
          <p:spPr>
            <a:xfrm>
              <a:off x="526466" y="4136849"/>
              <a:ext cx="1589281" cy="8617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5000" dirty="0">
                  <a:latin typeface="Bauhaus 93" panose="04030905020B02020C02" pitchFamily="82" charset="0"/>
                </a:rPr>
                <a:t>RAFI</a:t>
              </a:r>
              <a:endParaRPr lang="en-ID" sz="5000" dirty="0">
                <a:latin typeface="Bauhaus 93" panose="04030905020B02020C02" pitchFamily="82" charset="0"/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352F079B-219D-4F89-8B93-7D1DB81BDEAD}"/>
                </a:ext>
              </a:extLst>
            </p:cNvPr>
            <p:cNvSpPr txBox="1"/>
            <p:nvPr/>
          </p:nvSpPr>
          <p:spPr>
            <a:xfrm>
              <a:off x="2675591" y="4124431"/>
              <a:ext cx="2231072" cy="8617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5000" dirty="0">
                  <a:latin typeface="Bauhaus 93" panose="04030905020B02020C02" pitchFamily="82" charset="0"/>
                </a:rPr>
                <a:t>QIZZY</a:t>
              </a:r>
              <a:endParaRPr lang="en-ID" sz="5000" dirty="0">
                <a:latin typeface="Bauhaus 93" panose="04030905020B02020C02" pitchFamily="82" charset="0"/>
              </a:endParaRP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6F9ED083-39E8-45CD-8D10-F77CF6D5DDDB}"/>
                </a:ext>
              </a:extLst>
            </p:cNvPr>
            <p:cNvSpPr txBox="1"/>
            <p:nvPr/>
          </p:nvSpPr>
          <p:spPr>
            <a:xfrm>
              <a:off x="5129186" y="4135107"/>
              <a:ext cx="1982801" cy="8617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5000" dirty="0">
                  <a:latin typeface="Bauhaus 93" panose="04030905020B02020C02" pitchFamily="82" charset="0"/>
                </a:rPr>
                <a:t>NAYLA</a:t>
              </a:r>
              <a:endParaRPr lang="en-ID" sz="5000" dirty="0">
                <a:latin typeface="Bauhaus 93" panose="04030905020B02020C02" pitchFamily="82" charset="0"/>
              </a:endParaRP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BD6BE0D5-835D-429B-9B6D-876ED919A0CD}"/>
                </a:ext>
              </a:extLst>
            </p:cNvPr>
            <p:cNvSpPr txBox="1"/>
            <p:nvPr/>
          </p:nvSpPr>
          <p:spPr>
            <a:xfrm>
              <a:off x="7371684" y="4149619"/>
              <a:ext cx="2765748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000" dirty="0">
                  <a:latin typeface="Bauhaus 93" panose="04030905020B02020C02" pitchFamily="82" charset="0"/>
                </a:rPr>
                <a:t>NADHIYA</a:t>
              </a:r>
              <a:endParaRPr lang="en-ID" sz="4000" dirty="0">
                <a:latin typeface="Bauhaus 93" panose="04030905020B02020C02" pitchFamily="82" charset="0"/>
              </a:endParaRP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3243CC27-AA85-4E8D-A10C-EB8B97D9C31A}"/>
                </a:ext>
              </a:extLst>
            </p:cNvPr>
            <p:cNvSpPr txBox="1"/>
            <p:nvPr/>
          </p:nvSpPr>
          <p:spPr>
            <a:xfrm>
              <a:off x="9931703" y="4135107"/>
              <a:ext cx="2187067" cy="8617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5000" dirty="0">
                  <a:latin typeface="Bauhaus 93" panose="04030905020B02020C02" pitchFamily="82" charset="0"/>
                </a:rPr>
                <a:t>NINDA</a:t>
              </a:r>
              <a:endParaRPr lang="en-ID" sz="5000" dirty="0">
                <a:latin typeface="Bauhaus 93" panose="04030905020B02020C02" pitchFamily="8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899047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Click="0" advTm="100">
        <p159:morph option="byObject"/>
      </p:transition>
    </mc:Choice>
    <mc:Fallback xmlns="">
      <p:transition spd="slow" advClick="0" advTm="100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Dari Rumah ke Lingkungan: Kenali Sampah di Sekitarmu">
            <a:extLst>
              <a:ext uri="{FF2B5EF4-FFF2-40B4-BE49-F238E27FC236}">
                <a16:creationId xmlns:a16="http://schemas.microsoft.com/office/drawing/2014/main" id="{764B1098-18F1-4D5B-A94D-94797AA6A5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4129" y="0"/>
            <a:ext cx="12286129" cy="69109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D40472C4-EA30-45D7-A8F5-DE46BDD3135D}"/>
              </a:ext>
            </a:extLst>
          </p:cNvPr>
          <p:cNvGrpSpPr/>
          <p:nvPr/>
        </p:nvGrpSpPr>
        <p:grpSpPr>
          <a:xfrm>
            <a:off x="3100668" y="156754"/>
            <a:ext cx="4950822" cy="1541417"/>
            <a:chOff x="3100668" y="156754"/>
            <a:chExt cx="4950822" cy="1541417"/>
          </a:xfrm>
        </p:grpSpPr>
        <p:sp>
          <p:nvSpPr>
            <p:cNvPr id="2" name="Rectangle: Rounded Corners 1">
              <a:extLst>
                <a:ext uri="{FF2B5EF4-FFF2-40B4-BE49-F238E27FC236}">
                  <a16:creationId xmlns:a16="http://schemas.microsoft.com/office/drawing/2014/main" id="{FE49AD9F-5D18-489C-B541-EACD912C4786}"/>
                </a:ext>
              </a:extLst>
            </p:cNvPr>
            <p:cNvSpPr/>
            <p:nvPr/>
          </p:nvSpPr>
          <p:spPr>
            <a:xfrm>
              <a:off x="3100668" y="156754"/>
              <a:ext cx="4763171" cy="1541417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CBB8E13A-F3AE-45A3-9D1E-17D69CAC5E80}"/>
                </a:ext>
              </a:extLst>
            </p:cNvPr>
            <p:cNvSpPr/>
            <p:nvPr/>
          </p:nvSpPr>
          <p:spPr>
            <a:xfrm>
              <a:off x="3187337" y="261257"/>
              <a:ext cx="4572000" cy="1332412"/>
            </a:xfrm>
            <a:prstGeom prst="roundRect">
              <a:avLst/>
            </a:prstGeom>
            <a:gradFill flip="none" rotWithShape="1">
              <a:gsLst>
                <a:gs pos="0">
                  <a:schemeClr val="accent6">
                    <a:lumMod val="40000"/>
                    <a:lumOff val="60000"/>
                  </a:schemeClr>
                </a:gs>
                <a:gs pos="46000">
                  <a:schemeClr val="accent6">
                    <a:lumMod val="95000"/>
                    <a:lumOff val="5000"/>
                  </a:schemeClr>
                </a:gs>
                <a:gs pos="100000">
                  <a:schemeClr val="accent6">
                    <a:lumMod val="60000"/>
                  </a:schemeClr>
                </a:gs>
              </a:gsLst>
              <a:lin ang="66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16117507-8F5F-4318-AB83-0FC1EED266B9}"/>
                </a:ext>
              </a:extLst>
            </p:cNvPr>
            <p:cNvSpPr txBox="1"/>
            <p:nvPr/>
          </p:nvSpPr>
          <p:spPr>
            <a:xfrm flipH="1">
              <a:off x="3288319" y="493664"/>
              <a:ext cx="4763171" cy="8617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5000" dirty="0">
                  <a:solidFill>
                    <a:schemeClr val="bg1"/>
                  </a:solidFill>
                  <a:latin typeface="Eras Bold ITC" panose="020B0907030504020204" pitchFamily="34" charset="0"/>
                </a:rPr>
                <a:t>ANGGOTA</a:t>
              </a:r>
              <a:endParaRPr lang="en-ID" sz="5000" dirty="0">
                <a:solidFill>
                  <a:schemeClr val="bg1"/>
                </a:solidFill>
                <a:latin typeface="Eras Bold ITC" panose="020B0907030504020204" pitchFamily="34" charset="0"/>
              </a:endParaRPr>
            </a:p>
          </p:txBody>
        </p:sp>
        <p:pic>
          <p:nvPicPr>
            <p:cNvPr id="2050" name="Picture 2" descr="member Vector Icons free download in SVG, PNG Format">
              <a:extLst>
                <a:ext uri="{FF2B5EF4-FFF2-40B4-BE49-F238E27FC236}">
                  <a16:creationId xmlns:a16="http://schemas.microsoft.com/office/drawing/2014/main" id="{587A9772-D1C0-456D-9FBE-BE06036578D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aturation sat="4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97563" y="485439"/>
              <a:ext cx="861774" cy="86177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7B097EA6-CC6F-4D20-88DD-C9A52F4ABECF}"/>
              </a:ext>
            </a:extLst>
          </p:cNvPr>
          <p:cNvGrpSpPr/>
          <p:nvPr/>
        </p:nvGrpSpPr>
        <p:grpSpPr>
          <a:xfrm>
            <a:off x="65315" y="1980079"/>
            <a:ext cx="12053455" cy="3018544"/>
            <a:chOff x="65315" y="1980079"/>
            <a:chExt cx="12053455" cy="3018544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6E94AABB-97ED-45A6-B02D-8FE9DE0E59F1}"/>
                </a:ext>
              </a:extLst>
            </p:cNvPr>
            <p:cNvGrpSpPr/>
            <p:nvPr/>
          </p:nvGrpSpPr>
          <p:grpSpPr>
            <a:xfrm>
              <a:off x="65315" y="1980079"/>
              <a:ext cx="11980226" cy="2924316"/>
              <a:chOff x="0" y="1980079"/>
              <a:chExt cx="11980226" cy="2924316"/>
            </a:xfrm>
          </p:grpSpPr>
          <p:pic>
            <p:nvPicPr>
              <p:cNvPr id="12" name="Picture 2" descr="Dari Rumah ke Lingkungan: Kenali Sampah di Sekitarmu">
                <a:extLst>
                  <a:ext uri="{FF2B5EF4-FFF2-40B4-BE49-F238E27FC236}">
                    <a16:creationId xmlns:a16="http://schemas.microsoft.com/office/drawing/2014/main" id="{052EBECB-4C9D-4E46-B72C-5B95949FA92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5">
                <a:extLst>
                  <a:ext uri="{BEBA8EAE-BF5A-486C-A8C5-ECC9F3942E4B}">
                    <a14:imgProps xmlns:a14="http://schemas.microsoft.com/office/drawing/2010/main">
                      <a14:imgLayer r:embed="rId6">
                        <a14:imgEffect>
                          <a14:artisticBlur/>
                        </a14:imgEffect>
                        <a14:imgEffect>
                          <a14:brightnessContrast bright="40000" contrast="2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67" t="29034" r="80344" b="29034"/>
              <a:stretch/>
            </p:blipFill>
            <p:spPr bwMode="auto">
              <a:xfrm>
                <a:off x="0" y="2006553"/>
                <a:ext cx="2320742" cy="2897842"/>
              </a:xfrm>
              <a:prstGeom prst="roundRect">
                <a:avLst/>
              </a:prstGeom>
              <a:noFill/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3" name="Picture 2" descr="Dari Rumah ke Lingkungan: Kenali Sampah di Sekitarmu">
                <a:extLst>
                  <a:ext uri="{FF2B5EF4-FFF2-40B4-BE49-F238E27FC236}">
                    <a16:creationId xmlns:a16="http://schemas.microsoft.com/office/drawing/2014/main" id="{CD9DC551-33B2-4F62-AAEC-07B99BF1156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5">
                <a:extLst>
                  <a:ext uri="{BEBA8EAE-BF5A-486C-A8C5-ECC9F3942E4B}">
                    <a14:imgProps xmlns:a14="http://schemas.microsoft.com/office/drawing/2010/main">
                      <a14:imgLayer r:embed="rId6">
                        <a14:imgEffect>
                          <a14:artisticBlur/>
                        </a14:imgEffect>
                        <a14:imgEffect>
                          <a14:brightnessContrast bright="40000" contrast="2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0422" t="29034" r="60689" b="29034"/>
              <a:stretch/>
            </p:blipFill>
            <p:spPr bwMode="auto">
              <a:xfrm>
                <a:off x="2414871" y="2006553"/>
                <a:ext cx="2320742" cy="2897842"/>
              </a:xfrm>
              <a:prstGeom prst="roundRect">
                <a:avLst/>
              </a:prstGeom>
              <a:noFill/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4" name="Picture 2" descr="Dari Rumah ke Lingkungan: Kenali Sampah di Sekitarmu">
                <a:extLst>
                  <a:ext uri="{FF2B5EF4-FFF2-40B4-BE49-F238E27FC236}">
                    <a16:creationId xmlns:a16="http://schemas.microsoft.com/office/drawing/2014/main" id="{BC50A33F-666A-408F-B759-0E039E632DE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5">
                <a:extLst>
                  <a:ext uri="{BEBA8EAE-BF5A-486C-A8C5-ECC9F3942E4B}">
                    <a14:imgProps xmlns:a14="http://schemas.microsoft.com/office/drawing/2010/main">
                      <a14:imgLayer r:embed="rId6">
                        <a14:imgEffect>
                          <a14:artisticBlur/>
                        </a14:imgEffect>
                        <a14:imgEffect>
                          <a14:brightnessContrast bright="40000" contrast="2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40077" t="28650" r="41034" b="29418"/>
              <a:stretch/>
            </p:blipFill>
            <p:spPr bwMode="auto">
              <a:xfrm>
                <a:off x="4829742" y="1980079"/>
                <a:ext cx="2320742" cy="2897842"/>
              </a:xfrm>
              <a:prstGeom prst="roundRect">
                <a:avLst/>
              </a:prstGeom>
              <a:noFill/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5" name="Picture 2" descr="Dari Rumah ke Lingkungan: Kenali Sampah di Sekitarmu">
                <a:extLst>
                  <a:ext uri="{FF2B5EF4-FFF2-40B4-BE49-F238E27FC236}">
                    <a16:creationId xmlns:a16="http://schemas.microsoft.com/office/drawing/2014/main" id="{EA49CB17-B83E-4990-A717-2E9B69A83D4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5">
                <a:extLst>
                  <a:ext uri="{BEBA8EAE-BF5A-486C-A8C5-ECC9F3942E4B}">
                    <a14:imgProps xmlns:a14="http://schemas.microsoft.com/office/drawing/2010/main">
                      <a14:imgLayer r:embed="rId6">
                        <a14:imgEffect>
                          <a14:artisticBlur/>
                        </a14:imgEffect>
                        <a14:imgEffect>
                          <a14:brightnessContrast bright="40000" contrast="2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9731" t="28650" r="21380" b="29418"/>
              <a:stretch/>
            </p:blipFill>
            <p:spPr bwMode="auto">
              <a:xfrm>
                <a:off x="7244613" y="1980079"/>
                <a:ext cx="2320742" cy="2897842"/>
              </a:xfrm>
              <a:prstGeom prst="roundRect">
                <a:avLst/>
              </a:prstGeom>
              <a:noFill/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6" name="Picture 2" descr="Dari Rumah ke Lingkungan: Kenali Sampah di Sekitarmu">
                <a:extLst>
                  <a:ext uri="{FF2B5EF4-FFF2-40B4-BE49-F238E27FC236}">
                    <a16:creationId xmlns:a16="http://schemas.microsoft.com/office/drawing/2014/main" id="{851E7EA8-3F5F-4F7A-B5F3-F58E75490CF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5">
                <a:extLst>
                  <a:ext uri="{BEBA8EAE-BF5A-486C-A8C5-ECC9F3942E4B}">
                    <a14:imgProps xmlns:a14="http://schemas.microsoft.com/office/drawing/2010/main">
                      <a14:imgLayer r:embed="rId6">
                        <a14:imgEffect>
                          <a14:artisticBlur/>
                        </a14:imgEffect>
                        <a14:imgEffect>
                          <a14:brightnessContrast bright="40000" contrast="2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9387" t="28650" r="1724" b="29418"/>
              <a:stretch/>
            </p:blipFill>
            <p:spPr bwMode="auto">
              <a:xfrm>
                <a:off x="9659484" y="1980079"/>
                <a:ext cx="2320742" cy="2897842"/>
              </a:xfrm>
              <a:prstGeom prst="roundRect">
                <a:avLst/>
              </a:prstGeom>
              <a:noFill/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pic>
          <p:nvPicPr>
            <p:cNvPr id="2052" name="Picture 4" descr="Sugar Land Taekwondo Training &amp; Martial Arts Defense Classes">
              <a:extLst>
                <a:ext uri="{FF2B5EF4-FFF2-40B4-BE49-F238E27FC236}">
                  <a16:creationId xmlns:a16="http://schemas.microsoft.com/office/drawing/2014/main" id="{B40FBB16-4BC8-42C4-A1F4-4BB7724EC2E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4887" y="2124642"/>
              <a:ext cx="2081598" cy="2081598"/>
            </a:xfrm>
            <a:prstGeom prst="roundRect">
              <a:avLst>
                <a:gd name="adj" fmla="val 16667"/>
              </a:avLst>
            </a:prstGeom>
            <a:ln>
              <a:noFill/>
            </a:ln>
            <a:effectLst>
              <a:outerShdw blurRad="76200" dist="38100" dir="78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contrasting" dir="t">
                <a:rot lat="0" lon="0" rev="4200000"/>
              </a:lightRig>
            </a:scene3d>
            <a:sp3d prstMaterial="plastic">
              <a:bevelT w="381000" h="114300" prst="relaxedInset"/>
              <a:contourClr>
                <a:srgbClr val="969696"/>
              </a:contourClr>
            </a:sp3d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56" name="Picture 8" descr="He's Qin Shi Huang, your honor. Ong I HATE instagram cropping sm. When I  was reading Record of Ragnarok, I was nOT EXPECTING HIM TO BE IN THIS MANGA  AT ALL... LIKE????">
              <a:extLst>
                <a:ext uri="{FF2B5EF4-FFF2-40B4-BE49-F238E27FC236}">
                  <a16:creationId xmlns:a16="http://schemas.microsoft.com/office/drawing/2014/main" id="{56C678CC-0BBF-46FF-B7A3-CF555CA5D2B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08184" y="2124643"/>
              <a:ext cx="2081598" cy="2081598"/>
            </a:xfrm>
            <a:prstGeom prst="roundRect">
              <a:avLst>
                <a:gd name="adj" fmla="val 16667"/>
              </a:avLst>
            </a:prstGeom>
            <a:ln>
              <a:noFill/>
            </a:ln>
            <a:effectLst>
              <a:outerShdw blurRad="76200" dist="38100" dir="78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contrasting" dir="t">
                <a:rot lat="0" lon="0" rev="4200000"/>
              </a:lightRig>
            </a:scene3d>
            <a:sp3d prstMaterial="plastic">
              <a:bevelT w="381000" h="114300" prst="relaxedInset"/>
              <a:contourClr>
                <a:srgbClr val="969696"/>
              </a:contourClr>
            </a:sp3d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" name="Picture 2" descr="Gambar Kartun bunga - Unduh Gratis di Freepik">
              <a:extLst>
                <a:ext uri="{FF2B5EF4-FFF2-40B4-BE49-F238E27FC236}">
                  <a16:creationId xmlns:a16="http://schemas.microsoft.com/office/drawing/2014/main" id="{1B0BC1B5-68CF-4F53-BF3E-FEBDC43044D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82553" y="2085453"/>
              <a:ext cx="2145750" cy="2145750"/>
            </a:xfrm>
            <a:prstGeom prst="roundRect">
              <a:avLst>
                <a:gd name="adj" fmla="val 16667"/>
              </a:avLst>
            </a:prstGeom>
            <a:ln>
              <a:noFill/>
            </a:ln>
            <a:effectLst>
              <a:outerShdw blurRad="76200" dist="38100" dir="78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contrasting" dir="t">
                <a:rot lat="0" lon="0" rev="4200000"/>
              </a:lightRig>
            </a:scene3d>
            <a:sp3d prstMaterial="plastic">
              <a:bevelT w="381000" h="114300" prst="relaxedInset"/>
              <a:contourClr>
                <a:srgbClr val="969696"/>
              </a:contourClr>
            </a:sp3d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28" name="Picture 4" descr="Blume clip art Bilder - Kostenloser Download auf Freepik">
              <a:extLst>
                <a:ext uri="{FF2B5EF4-FFF2-40B4-BE49-F238E27FC236}">
                  <a16:creationId xmlns:a16="http://schemas.microsoft.com/office/drawing/2014/main" id="{CE61C43E-B375-4EA6-88DA-16A389B1EBA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385818" y="2085453"/>
              <a:ext cx="2168962" cy="2168962"/>
            </a:xfrm>
            <a:prstGeom prst="roundRect">
              <a:avLst>
                <a:gd name="adj" fmla="val 16667"/>
              </a:avLst>
            </a:prstGeom>
            <a:ln>
              <a:noFill/>
            </a:ln>
            <a:effectLst>
              <a:outerShdw blurRad="76200" dist="38100" dir="78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contrasting" dir="t">
                <a:rot lat="0" lon="0" rev="4200000"/>
              </a:lightRig>
            </a:scene3d>
            <a:sp3d prstMaterial="plastic">
              <a:bevelT w="381000" h="114300" prst="relaxedInset"/>
              <a:contourClr>
                <a:srgbClr val="969696"/>
              </a:contourClr>
            </a:sp3d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0" name="Picture 6" descr="Gambar Pola Dekoratif Kartun Bunga Matahari | Elemen Grafis PSD Unduhan  Gratis - Pikbest">
              <a:extLst>
                <a:ext uri="{FF2B5EF4-FFF2-40B4-BE49-F238E27FC236}">
                  <a16:creationId xmlns:a16="http://schemas.microsoft.com/office/drawing/2014/main" id="{D5FB6006-D917-47DF-8BE5-2E4A3E9474B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816240" y="2093663"/>
              <a:ext cx="2143556" cy="2143556"/>
            </a:xfrm>
            <a:prstGeom prst="roundRect">
              <a:avLst>
                <a:gd name="adj" fmla="val 16667"/>
              </a:avLst>
            </a:prstGeom>
            <a:ln>
              <a:noFill/>
            </a:ln>
            <a:effectLst>
              <a:outerShdw blurRad="76200" dist="38100" dir="78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contrasting" dir="t">
                <a:rot lat="0" lon="0" rev="4200000"/>
              </a:lightRig>
            </a:scene3d>
            <a:sp3d prstMaterial="plastic">
              <a:bevelT w="381000" h="114300" prst="relaxedInset"/>
              <a:contourClr>
                <a:srgbClr val="969696"/>
              </a:contourClr>
            </a:sp3d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822CBD88-CB3A-4B36-8D44-F096EF15FBB8}"/>
                </a:ext>
              </a:extLst>
            </p:cNvPr>
            <p:cNvSpPr txBox="1"/>
            <p:nvPr/>
          </p:nvSpPr>
          <p:spPr>
            <a:xfrm>
              <a:off x="526466" y="4136849"/>
              <a:ext cx="1589281" cy="8617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5000" dirty="0">
                  <a:latin typeface="Bauhaus 93" panose="04030905020B02020C02" pitchFamily="82" charset="0"/>
                </a:rPr>
                <a:t>RAFI</a:t>
              </a:r>
              <a:endParaRPr lang="en-ID" sz="5000" dirty="0">
                <a:latin typeface="Bauhaus 93" panose="04030905020B02020C02" pitchFamily="82" charset="0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346243B9-79F8-456F-B04A-4110A6873884}"/>
                </a:ext>
              </a:extLst>
            </p:cNvPr>
            <p:cNvSpPr txBox="1"/>
            <p:nvPr/>
          </p:nvSpPr>
          <p:spPr>
            <a:xfrm>
              <a:off x="2675591" y="4124431"/>
              <a:ext cx="2231072" cy="8617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5000" dirty="0">
                  <a:latin typeface="Bauhaus 93" panose="04030905020B02020C02" pitchFamily="82" charset="0"/>
                </a:rPr>
                <a:t>QIZZY</a:t>
              </a:r>
              <a:endParaRPr lang="en-ID" sz="5000" dirty="0">
                <a:latin typeface="Bauhaus 93" panose="04030905020B02020C02" pitchFamily="82" charset="0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D01D0973-6A86-49F9-91C2-5A68D1AE5AD3}"/>
                </a:ext>
              </a:extLst>
            </p:cNvPr>
            <p:cNvSpPr txBox="1"/>
            <p:nvPr/>
          </p:nvSpPr>
          <p:spPr>
            <a:xfrm>
              <a:off x="5129186" y="4135107"/>
              <a:ext cx="1982801" cy="8617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5000" dirty="0">
                  <a:latin typeface="Bauhaus 93" panose="04030905020B02020C02" pitchFamily="82" charset="0"/>
                </a:rPr>
                <a:t>NAYLA</a:t>
              </a:r>
              <a:endParaRPr lang="en-ID" sz="5000" dirty="0">
                <a:latin typeface="Bauhaus 93" panose="04030905020B02020C02" pitchFamily="82" charset="0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693F2CA2-53BE-4F82-886D-699C95E7EE0D}"/>
                </a:ext>
              </a:extLst>
            </p:cNvPr>
            <p:cNvSpPr txBox="1"/>
            <p:nvPr/>
          </p:nvSpPr>
          <p:spPr>
            <a:xfrm>
              <a:off x="7371684" y="4149619"/>
              <a:ext cx="2765748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000" dirty="0">
                  <a:latin typeface="Bauhaus 93" panose="04030905020B02020C02" pitchFamily="82" charset="0"/>
                </a:rPr>
                <a:t>NADHIYA</a:t>
              </a:r>
              <a:endParaRPr lang="en-ID" sz="4000" dirty="0">
                <a:latin typeface="Bauhaus 93" panose="04030905020B02020C02" pitchFamily="82" charset="0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10D0C3F1-68FB-400F-A3B8-8CB69298B904}"/>
                </a:ext>
              </a:extLst>
            </p:cNvPr>
            <p:cNvSpPr txBox="1"/>
            <p:nvPr/>
          </p:nvSpPr>
          <p:spPr>
            <a:xfrm>
              <a:off x="9931703" y="4135107"/>
              <a:ext cx="2187067" cy="8617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5000" dirty="0">
                  <a:latin typeface="Bauhaus 93" panose="04030905020B02020C02" pitchFamily="82" charset="0"/>
                </a:rPr>
                <a:t>NINDA</a:t>
              </a:r>
              <a:endParaRPr lang="en-ID" sz="5000" dirty="0">
                <a:latin typeface="Bauhaus 93" panose="04030905020B02020C02" pitchFamily="82" charset="0"/>
              </a:endParaRPr>
            </a:p>
          </p:txBody>
        </p:sp>
      </p:grpSp>
      <p:pic>
        <p:nvPicPr>
          <p:cNvPr id="25" name="Picture 2" descr="Gunung Es Seluas Kota Medan Pecah dan Tunjukkan Pola Berbeda | kumparan.com">
            <a:extLst>
              <a:ext uri="{FF2B5EF4-FFF2-40B4-BE49-F238E27FC236}">
                <a16:creationId xmlns:a16="http://schemas.microsoft.com/office/drawing/2014/main" id="{B05F7339-9BE7-4BE5-988E-A638A4B135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4130" y="7132339"/>
            <a:ext cx="12286129" cy="69109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6" name="Group 25">
            <a:extLst>
              <a:ext uri="{FF2B5EF4-FFF2-40B4-BE49-F238E27FC236}">
                <a16:creationId xmlns:a16="http://schemas.microsoft.com/office/drawing/2014/main" id="{D491F991-23B1-4964-9908-29605B9FC99A}"/>
              </a:ext>
            </a:extLst>
          </p:cNvPr>
          <p:cNvGrpSpPr/>
          <p:nvPr/>
        </p:nvGrpSpPr>
        <p:grpSpPr>
          <a:xfrm>
            <a:off x="1703150" y="-5489099"/>
            <a:ext cx="8389095" cy="5212704"/>
            <a:chOff x="1703150" y="598208"/>
            <a:chExt cx="8389095" cy="5212704"/>
          </a:xfrm>
        </p:grpSpPr>
        <p:sp>
          <p:nvSpPr>
            <p:cNvPr id="27" name="Rectangle: Rounded Corners 26">
              <a:extLst>
                <a:ext uri="{FF2B5EF4-FFF2-40B4-BE49-F238E27FC236}">
                  <a16:creationId xmlns:a16="http://schemas.microsoft.com/office/drawing/2014/main" id="{D199FA6D-049B-48A5-9020-7524E111D354}"/>
                </a:ext>
              </a:extLst>
            </p:cNvPr>
            <p:cNvSpPr/>
            <p:nvPr/>
          </p:nvSpPr>
          <p:spPr>
            <a:xfrm>
              <a:off x="2561330" y="1172048"/>
              <a:ext cx="7530915" cy="4638864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8" name="Rectangle: Rounded Corners 27">
              <a:extLst>
                <a:ext uri="{FF2B5EF4-FFF2-40B4-BE49-F238E27FC236}">
                  <a16:creationId xmlns:a16="http://schemas.microsoft.com/office/drawing/2014/main" id="{BD68A724-B9E8-490B-B430-D999AC53E91F}"/>
                </a:ext>
              </a:extLst>
            </p:cNvPr>
            <p:cNvSpPr/>
            <p:nvPr/>
          </p:nvSpPr>
          <p:spPr>
            <a:xfrm>
              <a:off x="2637220" y="1370178"/>
              <a:ext cx="7294482" cy="4315774"/>
            </a:xfrm>
            <a:prstGeom prst="round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10C4A268-4E68-488C-B197-F90C333246AB}"/>
                </a:ext>
              </a:extLst>
            </p:cNvPr>
            <p:cNvSpPr txBox="1"/>
            <p:nvPr/>
          </p:nvSpPr>
          <p:spPr>
            <a:xfrm>
              <a:off x="4420933" y="1370985"/>
              <a:ext cx="3716055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000" i="1" dirty="0" err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Bauhaus 93" panose="04030905020B02020C02" pitchFamily="82" charset="0"/>
                </a:rPr>
                <a:t>Apa</a:t>
              </a:r>
              <a:r>
                <a:rPr lang="en-US" sz="4000" i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Bauhaus 93" panose="04030905020B02020C02" pitchFamily="82" charset="0"/>
                </a:rPr>
                <a:t> </a:t>
              </a:r>
              <a:r>
                <a:rPr lang="en-US" sz="4000" i="1" dirty="0" err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Bauhaus 93" panose="04030905020B02020C02" pitchFamily="82" charset="0"/>
                </a:rPr>
                <a:t>itu</a:t>
              </a:r>
              <a:r>
                <a:rPr lang="en-US" sz="4000" i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Bauhaus 93" panose="04030905020B02020C02" pitchFamily="82" charset="0"/>
                </a:rPr>
                <a:t> </a:t>
              </a:r>
              <a:r>
                <a:rPr lang="en-US" sz="4000" i="1" dirty="0" err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Bauhaus 93" panose="04030905020B02020C02" pitchFamily="82" charset="0"/>
                </a:rPr>
                <a:t>iklim</a:t>
              </a:r>
              <a:r>
                <a:rPr lang="en-US" sz="4000" i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Bauhaus 93" panose="04030905020B02020C02" pitchFamily="82" charset="0"/>
                </a:rPr>
                <a:t>?</a:t>
              </a:r>
              <a:endParaRPr lang="en-ID" sz="400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uhaus 93" panose="04030905020B02020C02" pitchFamily="82" charset="0"/>
              </a:endParaRP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D38F9023-8B93-4753-8395-C42A209C01EA}"/>
                </a:ext>
              </a:extLst>
            </p:cNvPr>
            <p:cNvSpPr/>
            <p:nvPr/>
          </p:nvSpPr>
          <p:spPr>
            <a:xfrm>
              <a:off x="4817117" y="3683726"/>
              <a:ext cx="1061169" cy="266097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BBDD2294-5654-41D3-A37A-F42AB91080CC}"/>
                </a:ext>
              </a:extLst>
            </p:cNvPr>
            <p:cNvSpPr txBox="1"/>
            <p:nvPr/>
          </p:nvSpPr>
          <p:spPr>
            <a:xfrm>
              <a:off x="2887080" y="2416413"/>
              <a:ext cx="7099027" cy="278537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D" sz="2500" dirty="0" err="1">
                  <a:solidFill>
                    <a:schemeClr val="bg1"/>
                  </a:solidFill>
                  <a:latin typeface="Abadi" panose="020B0604020104020204" pitchFamily="34" charset="0"/>
                </a:rPr>
                <a:t>Iklim</a:t>
              </a:r>
              <a:r>
                <a:rPr lang="en-ID" sz="2500" dirty="0">
                  <a:solidFill>
                    <a:schemeClr val="bg1"/>
                  </a:solidFill>
                  <a:latin typeface="Abadi" panose="020B0604020104020204" pitchFamily="34" charset="0"/>
                </a:rPr>
                <a:t> </a:t>
              </a:r>
              <a:r>
                <a:rPr lang="en-ID" sz="2500" dirty="0" err="1">
                  <a:solidFill>
                    <a:schemeClr val="bg1"/>
                  </a:solidFill>
                  <a:latin typeface="Abadi" panose="020B0604020104020204" pitchFamily="34" charset="0"/>
                </a:rPr>
                <a:t>adalah</a:t>
              </a:r>
              <a:r>
                <a:rPr lang="en-ID" sz="2500" dirty="0">
                  <a:solidFill>
                    <a:schemeClr val="bg1"/>
                  </a:solidFill>
                  <a:latin typeface="Abadi" panose="020B0604020104020204" pitchFamily="34" charset="0"/>
                </a:rPr>
                <a:t> </a:t>
              </a:r>
              <a:r>
                <a:rPr lang="en-ID" sz="2500" dirty="0" err="1">
                  <a:solidFill>
                    <a:schemeClr val="bg1"/>
                  </a:solidFill>
                  <a:latin typeface="Abadi" panose="020B0604020104020204" pitchFamily="34" charset="0"/>
                </a:rPr>
                <a:t>kondisi</a:t>
              </a:r>
              <a:r>
                <a:rPr lang="en-ID" sz="2500" dirty="0">
                  <a:solidFill>
                    <a:schemeClr val="bg1"/>
                  </a:solidFill>
                  <a:latin typeface="Abadi" panose="020B0604020104020204" pitchFamily="34" charset="0"/>
                </a:rPr>
                <a:t> rata-rata </a:t>
              </a:r>
              <a:r>
                <a:rPr lang="en-ID" sz="2500" dirty="0" err="1">
                  <a:solidFill>
                    <a:schemeClr val="bg1"/>
                  </a:solidFill>
                  <a:latin typeface="Abadi" panose="020B0604020104020204" pitchFamily="34" charset="0"/>
                </a:rPr>
                <a:t>cuaca</a:t>
              </a:r>
              <a:r>
                <a:rPr lang="en-ID" sz="2500" dirty="0">
                  <a:solidFill>
                    <a:schemeClr val="bg1"/>
                  </a:solidFill>
                  <a:latin typeface="Abadi" panose="020B0604020104020204" pitchFamily="34" charset="0"/>
                </a:rPr>
                <a:t> </a:t>
              </a:r>
              <a:r>
                <a:rPr lang="en-ID" sz="2500" dirty="0" err="1">
                  <a:solidFill>
                    <a:schemeClr val="bg1"/>
                  </a:solidFill>
                  <a:latin typeface="Abadi" panose="020B0604020104020204" pitchFamily="34" charset="0"/>
                </a:rPr>
                <a:t>dalam</a:t>
              </a:r>
              <a:r>
                <a:rPr lang="en-ID" sz="2500" dirty="0">
                  <a:solidFill>
                    <a:schemeClr val="bg1"/>
                  </a:solidFill>
                  <a:latin typeface="Abadi" panose="020B0604020104020204" pitchFamily="34" charset="0"/>
                </a:rPr>
                <a:t> </a:t>
              </a:r>
              <a:r>
                <a:rPr lang="en-ID" sz="2500" dirty="0" err="1">
                  <a:solidFill>
                    <a:schemeClr val="bg1"/>
                  </a:solidFill>
                  <a:latin typeface="Abadi" panose="020B0604020104020204" pitchFamily="34" charset="0"/>
                </a:rPr>
                <a:t>jangka</a:t>
              </a:r>
              <a:r>
                <a:rPr lang="en-ID" sz="2500" dirty="0">
                  <a:solidFill>
                    <a:schemeClr val="bg1"/>
                  </a:solidFill>
                  <a:latin typeface="Abadi" panose="020B0604020104020204" pitchFamily="34" charset="0"/>
                </a:rPr>
                <a:t> </a:t>
              </a:r>
              <a:r>
                <a:rPr lang="en-ID" sz="2500" dirty="0" err="1">
                  <a:solidFill>
                    <a:schemeClr val="bg1"/>
                  </a:solidFill>
                  <a:latin typeface="Abadi" panose="020B0604020104020204" pitchFamily="34" charset="0"/>
                </a:rPr>
                <a:t>waktu</a:t>
              </a:r>
              <a:r>
                <a:rPr lang="en-ID" sz="2500" dirty="0">
                  <a:solidFill>
                    <a:schemeClr val="bg1"/>
                  </a:solidFill>
                  <a:latin typeface="Abadi" panose="020B0604020104020204" pitchFamily="34" charset="0"/>
                </a:rPr>
                <a:t> </a:t>
              </a:r>
              <a:r>
                <a:rPr lang="en-ID" sz="2500" dirty="0" err="1">
                  <a:solidFill>
                    <a:schemeClr val="bg1"/>
                  </a:solidFill>
                  <a:latin typeface="Abadi" panose="020B0604020104020204" pitchFamily="34" charset="0"/>
                </a:rPr>
                <a:t>panjang</a:t>
              </a:r>
              <a:r>
                <a:rPr lang="en-ID" sz="2500" dirty="0">
                  <a:solidFill>
                    <a:schemeClr val="bg1"/>
                  </a:solidFill>
                  <a:latin typeface="Abadi" panose="020B0604020104020204" pitchFamily="34" charset="0"/>
                </a:rPr>
                <a:t> di </a:t>
              </a:r>
              <a:r>
                <a:rPr lang="en-ID" sz="2500" dirty="0" err="1">
                  <a:solidFill>
                    <a:schemeClr val="bg1"/>
                  </a:solidFill>
                  <a:latin typeface="Abadi" panose="020B0604020104020204" pitchFamily="34" charset="0"/>
                </a:rPr>
                <a:t>suatu</a:t>
              </a:r>
              <a:r>
                <a:rPr lang="en-ID" sz="2500" dirty="0">
                  <a:solidFill>
                    <a:schemeClr val="bg1"/>
                  </a:solidFill>
                  <a:latin typeface="Abadi" panose="020B0604020104020204" pitchFamily="34" charset="0"/>
                </a:rPr>
                <a:t> wilayah. </a:t>
              </a:r>
              <a:r>
                <a:rPr lang="en-ID" sz="2500" dirty="0" err="1">
                  <a:solidFill>
                    <a:schemeClr val="bg1"/>
                  </a:solidFill>
                  <a:latin typeface="Abadi" panose="020B0604020104020204" pitchFamily="34" charset="0"/>
                </a:rPr>
                <a:t>Saat</a:t>
              </a:r>
              <a:r>
                <a:rPr lang="en-ID" sz="2500" dirty="0">
                  <a:solidFill>
                    <a:schemeClr val="bg1"/>
                  </a:solidFill>
                  <a:latin typeface="Abadi" panose="020B0604020104020204" pitchFamily="34" charset="0"/>
                </a:rPr>
                <a:t> </a:t>
              </a:r>
              <a:r>
                <a:rPr lang="en-ID" sz="2500" dirty="0" err="1">
                  <a:solidFill>
                    <a:schemeClr val="bg1"/>
                  </a:solidFill>
                  <a:latin typeface="Abadi" panose="020B0604020104020204" pitchFamily="34" charset="0"/>
                </a:rPr>
                <a:t>ini</a:t>
              </a:r>
              <a:r>
                <a:rPr lang="en-ID" sz="2500" dirty="0">
                  <a:solidFill>
                    <a:schemeClr val="bg1"/>
                  </a:solidFill>
                  <a:latin typeface="Abadi" panose="020B0604020104020204" pitchFamily="34" charset="0"/>
                </a:rPr>
                <a:t>, </a:t>
              </a:r>
              <a:r>
                <a:rPr lang="en-ID" sz="2500" dirty="0" err="1">
                  <a:solidFill>
                    <a:schemeClr val="bg1"/>
                  </a:solidFill>
                  <a:latin typeface="Abadi" panose="020B0604020104020204" pitchFamily="34" charset="0"/>
                </a:rPr>
                <a:t>iklim</a:t>
              </a:r>
              <a:r>
                <a:rPr lang="en-ID" sz="2500" dirty="0">
                  <a:solidFill>
                    <a:schemeClr val="bg1"/>
                  </a:solidFill>
                  <a:latin typeface="Abadi" panose="020B0604020104020204" pitchFamily="34" charset="0"/>
                </a:rPr>
                <a:t> global </a:t>
              </a:r>
              <a:r>
                <a:rPr lang="en-ID" sz="2500" dirty="0" err="1">
                  <a:solidFill>
                    <a:schemeClr val="bg1"/>
                  </a:solidFill>
                  <a:latin typeface="Abadi" panose="020B0604020104020204" pitchFamily="34" charset="0"/>
                </a:rPr>
                <a:t>sedang</a:t>
              </a:r>
              <a:r>
                <a:rPr lang="en-ID" sz="2500" dirty="0">
                  <a:solidFill>
                    <a:schemeClr val="bg1"/>
                  </a:solidFill>
                  <a:latin typeface="Abadi" panose="020B0604020104020204" pitchFamily="34" charset="0"/>
                </a:rPr>
                <a:t> </a:t>
              </a:r>
              <a:r>
                <a:rPr lang="en-ID" sz="2500" dirty="0" err="1">
                  <a:solidFill>
                    <a:schemeClr val="bg1"/>
                  </a:solidFill>
                  <a:latin typeface="Abadi" panose="020B0604020104020204" pitchFamily="34" charset="0"/>
                </a:rPr>
                <a:t>mengalami</a:t>
              </a:r>
              <a:r>
                <a:rPr lang="en-ID" sz="2500" dirty="0">
                  <a:solidFill>
                    <a:schemeClr val="bg1"/>
                  </a:solidFill>
                  <a:latin typeface="Abadi" panose="020B0604020104020204" pitchFamily="34" charset="0"/>
                </a:rPr>
                <a:t> </a:t>
              </a:r>
              <a:r>
                <a:rPr lang="en-ID" sz="2500" dirty="0" err="1">
                  <a:solidFill>
                    <a:schemeClr val="bg1"/>
                  </a:solidFill>
                  <a:latin typeface="Abadi" panose="020B0604020104020204" pitchFamily="34" charset="0"/>
                </a:rPr>
                <a:t>gangguan</a:t>
              </a:r>
              <a:r>
                <a:rPr lang="en-ID" sz="2500" dirty="0">
                  <a:solidFill>
                    <a:schemeClr val="bg1"/>
                  </a:solidFill>
                  <a:latin typeface="Abadi" panose="020B0604020104020204" pitchFamily="34" charset="0"/>
                </a:rPr>
                <a:t> </a:t>
              </a:r>
              <a:r>
                <a:rPr lang="en-ID" sz="2500" dirty="0" err="1">
                  <a:solidFill>
                    <a:schemeClr val="bg1"/>
                  </a:solidFill>
                  <a:latin typeface="Abadi" panose="020B0604020104020204" pitchFamily="34" charset="0"/>
                </a:rPr>
                <a:t>akibat</a:t>
              </a:r>
              <a:r>
                <a:rPr lang="en-ID" sz="2500" dirty="0">
                  <a:solidFill>
                    <a:schemeClr val="bg1"/>
                  </a:solidFill>
                  <a:latin typeface="Abadi" panose="020B0604020104020204" pitchFamily="34" charset="0"/>
                </a:rPr>
                <a:t> </a:t>
              </a:r>
              <a:r>
                <a:rPr lang="en-ID" sz="2500" dirty="0" err="1">
                  <a:solidFill>
                    <a:schemeClr val="bg1"/>
                  </a:solidFill>
                  <a:latin typeface="Abadi" panose="020B0604020104020204" pitchFamily="34" charset="0"/>
                </a:rPr>
                <a:t>penumpukan</a:t>
              </a:r>
              <a:r>
                <a:rPr lang="en-ID" sz="2500" dirty="0">
                  <a:solidFill>
                    <a:schemeClr val="bg1"/>
                  </a:solidFill>
                  <a:latin typeface="Abadi" panose="020B0604020104020204" pitchFamily="34" charset="0"/>
                </a:rPr>
                <a:t> </a:t>
              </a:r>
              <a:r>
                <a:rPr lang="en-ID" sz="2500" dirty="0" err="1">
                  <a:solidFill>
                    <a:schemeClr val="bg1"/>
                  </a:solidFill>
                  <a:latin typeface="Abadi" panose="020B0604020104020204" pitchFamily="34" charset="0"/>
                </a:rPr>
                <a:t>sampah</a:t>
              </a:r>
              <a:r>
                <a:rPr lang="en-ID" sz="2500" dirty="0">
                  <a:solidFill>
                    <a:schemeClr val="bg1"/>
                  </a:solidFill>
                  <a:latin typeface="Abadi" panose="020B0604020104020204" pitchFamily="34" charset="0"/>
                </a:rPr>
                <a:t> yang </a:t>
              </a:r>
              <a:r>
                <a:rPr lang="en-ID" sz="2500" dirty="0" err="1">
                  <a:solidFill>
                    <a:schemeClr val="bg1"/>
                  </a:solidFill>
                  <a:latin typeface="Abadi" panose="020B0604020104020204" pitchFamily="34" charset="0"/>
                </a:rPr>
                <a:t>tidak</a:t>
              </a:r>
              <a:r>
                <a:rPr lang="en-ID" sz="2500" dirty="0">
                  <a:solidFill>
                    <a:schemeClr val="bg1"/>
                  </a:solidFill>
                  <a:latin typeface="Abadi" panose="020B0604020104020204" pitchFamily="34" charset="0"/>
                </a:rPr>
                <a:t> </a:t>
              </a:r>
              <a:r>
                <a:rPr lang="en-ID" sz="2500" dirty="0" err="1">
                  <a:solidFill>
                    <a:schemeClr val="bg1"/>
                  </a:solidFill>
                  <a:latin typeface="Abadi" panose="020B0604020104020204" pitchFamily="34" charset="0"/>
                </a:rPr>
                <a:t>terkelola</a:t>
              </a:r>
              <a:r>
                <a:rPr lang="en-ID" sz="2500" dirty="0">
                  <a:solidFill>
                    <a:schemeClr val="bg1"/>
                  </a:solidFill>
                  <a:latin typeface="Abadi" panose="020B0604020104020204" pitchFamily="34" charset="0"/>
                </a:rPr>
                <a:t>, yang </a:t>
              </a:r>
              <a:r>
                <a:rPr lang="en-ID" sz="2500" dirty="0" err="1">
                  <a:solidFill>
                    <a:schemeClr val="bg1"/>
                  </a:solidFill>
                  <a:latin typeface="Abadi" panose="020B0604020104020204" pitchFamily="34" charset="0"/>
                </a:rPr>
                <a:t>melepaskan</a:t>
              </a:r>
              <a:r>
                <a:rPr lang="en-ID" sz="2500" dirty="0">
                  <a:solidFill>
                    <a:schemeClr val="bg1"/>
                  </a:solidFill>
                  <a:latin typeface="Abadi" panose="020B0604020104020204" pitchFamily="34" charset="0"/>
                </a:rPr>
                <a:t> gas </a:t>
              </a:r>
              <a:r>
                <a:rPr lang="en-ID" sz="2500" dirty="0" err="1">
                  <a:solidFill>
                    <a:schemeClr val="bg1"/>
                  </a:solidFill>
                  <a:latin typeface="Abadi" panose="020B0604020104020204" pitchFamily="34" charset="0"/>
                </a:rPr>
                <a:t>rumah</a:t>
              </a:r>
              <a:r>
                <a:rPr lang="en-ID" sz="2500" dirty="0">
                  <a:solidFill>
                    <a:schemeClr val="bg1"/>
                  </a:solidFill>
                  <a:latin typeface="Abadi" panose="020B0604020104020204" pitchFamily="34" charset="0"/>
                </a:rPr>
                <a:t> </a:t>
              </a:r>
              <a:r>
                <a:rPr lang="en-ID" sz="2500" dirty="0" err="1">
                  <a:solidFill>
                    <a:schemeClr val="bg1"/>
                  </a:solidFill>
                  <a:latin typeface="Abadi" panose="020B0604020104020204" pitchFamily="34" charset="0"/>
                </a:rPr>
                <a:t>kaca</a:t>
              </a:r>
              <a:r>
                <a:rPr lang="en-ID" sz="2500" dirty="0">
                  <a:solidFill>
                    <a:schemeClr val="bg1"/>
                  </a:solidFill>
                  <a:latin typeface="Abadi" panose="020B0604020104020204" pitchFamily="34" charset="0"/>
                </a:rPr>
                <a:t> </a:t>
              </a:r>
              <a:r>
                <a:rPr lang="en-ID" sz="2500" dirty="0" err="1">
                  <a:solidFill>
                    <a:schemeClr val="bg1"/>
                  </a:solidFill>
                  <a:latin typeface="Abadi" panose="020B0604020104020204" pitchFamily="34" charset="0"/>
                </a:rPr>
                <a:t>ke</a:t>
              </a:r>
              <a:r>
                <a:rPr lang="en-ID" sz="2500" dirty="0">
                  <a:solidFill>
                    <a:schemeClr val="bg1"/>
                  </a:solidFill>
                  <a:latin typeface="Abadi" panose="020B0604020104020204" pitchFamily="34" charset="0"/>
                </a:rPr>
                <a:t> </a:t>
              </a:r>
              <a:r>
                <a:rPr lang="en-ID" sz="2500" dirty="0" err="1">
                  <a:solidFill>
                    <a:schemeClr val="bg1"/>
                  </a:solidFill>
                  <a:latin typeface="Abadi" panose="020B0604020104020204" pitchFamily="34" charset="0"/>
                </a:rPr>
                <a:t>atmosfer</a:t>
              </a:r>
              <a:r>
                <a:rPr lang="en-ID" sz="2500" dirty="0">
                  <a:solidFill>
                    <a:schemeClr val="bg1"/>
                  </a:solidFill>
                  <a:latin typeface="Abadi" panose="020B0604020104020204" pitchFamily="34" charset="0"/>
                </a:rPr>
                <a:t>. </a:t>
              </a:r>
              <a:r>
                <a:rPr lang="en-ID" sz="2500" dirty="0" err="1">
                  <a:solidFill>
                    <a:schemeClr val="bg1"/>
                  </a:solidFill>
                  <a:latin typeface="Abadi" panose="020B0604020104020204" pitchFamily="34" charset="0"/>
                </a:rPr>
                <a:t>Memahami</a:t>
              </a:r>
              <a:r>
                <a:rPr lang="en-ID" sz="2500" dirty="0">
                  <a:solidFill>
                    <a:schemeClr val="bg1"/>
                  </a:solidFill>
                  <a:latin typeface="Abadi" panose="020B0604020104020204" pitchFamily="34" charset="0"/>
                </a:rPr>
                <a:t> </a:t>
              </a:r>
              <a:r>
                <a:rPr lang="en-ID" sz="2500" dirty="0" err="1">
                  <a:solidFill>
                    <a:schemeClr val="bg1"/>
                  </a:solidFill>
                  <a:latin typeface="Abadi" panose="020B0604020104020204" pitchFamily="34" charset="0"/>
                </a:rPr>
                <a:t>iklim</a:t>
              </a:r>
              <a:r>
                <a:rPr lang="en-ID" sz="2500" dirty="0">
                  <a:solidFill>
                    <a:schemeClr val="bg1"/>
                  </a:solidFill>
                  <a:latin typeface="Abadi" panose="020B0604020104020204" pitchFamily="34" charset="0"/>
                </a:rPr>
                <a:t> </a:t>
              </a:r>
              <a:r>
                <a:rPr lang="en-ID" sz="2500" dirty="0" err="1">
                  <a:solidFill>
                    <a:schemeClr val="bg1"/>
                  </a:solidFill>
                  <a:latin typeface="Abadi" panose="020B0604020104020204" pitchFamily="34" charset="0"/>
                </a:rPr>
                <a:t>berarti</a:t>
              </a:r>
              <a:r>
                <a:rPr lang="en-ID" sz="2500" dirty="0">
                  <a:solidFill>
                    <a:schemeClr val="bg1"/>
                  </a:solidFill>
                  <a:latin typeface="Abadi" panose="020B0604020104020204" pitchFamily="34" charset="0"/>
                </a:rPr>
                <a:t> </a:t>
              </a:r>
              <a:r>
                <a:rPr lang="en-ID" sz="2500" dirty="0" err="1">
                  <a:solidFill>
                    <a:schemeClr val="bg1"/>
                  </a:solidFill>
                  <a:latin typeface="Abadi" panose="020B0604020104020204" pitchFamily="34" charset="0"/>
                </a:rPr>
                <a:t>memahami</a:t>
              </a:r>
              <a:r>
                <a:rPr lang="en-ID" sz="2500" dirty="0">
                  <a:solidFill>
                    <a:schemeClr val="bg1"/>
                  </a:solidFill>
                  <a:latin typeface="Abadi" panose="020B0604020104020204" pitchFamily="34" charset="0"/>
                </a:rPr>
                <a:t> </a:t>
              </a:r>
              <a:r>
                <a:rPr lang="en-ID" sz="2500" dirty="0" err="1">
                  <a:solidFill>
                    <a:schemeClr val="bg1"/>
                  </a:solidFill>
                  <a:latin typeface="Abadi" panose="020B0604020104020204" pitchFamily="34" charset="0"/>
                </a:rPr>
                <a:t>pentingnya</a:t>
              </a:r>
              <a:r>
                <a:rPr lang="en-ID" sz="2500" dirty="0">
                  <a:solidFill>
                    <a:schemeClr val="bg1"/>
                  </a:solidFill>
                  <a:latin typeface="Abadi" panose="020B0604020104020204" pitchFamily="34" charset="0"/>
                </a:rPr>
                <a:t> </a:t>
              </a:r>
              <a:r>
                <a:rPr lang="en-ID" sz="2500" dirty="0" err="1">
                  <a:solidFill>
                    <a:schemeClr val="bg1"/>
                  </a:solidFill>
                  <a:latin typeface="Abadi" panose="020B0604020104020204" pitchFamily="34" charset="0"/>
                </a:rPr>
                <a:t>pola</a:t>
              </a:r>
              <a:r>
                <a:rPr lang="en-ID" sz="2500" dirty="0">
                  <a:solidFill>
                    <a:schemeClr val="bg1"/>
                  </a:solidFill>
                  <a:latin typeface="Abadi" panose="020B0604020104020204" pitchFamily="34" charset="0"/>
                </a:rPr>
                <a:t> </a:t>
              </a:r>
              <a:r>
                <a:rPr lang="en-ID" sz="2500" dirty="0" err="1">
                  <a:solidFill>
                    <a:schemeClr val="bg1"/>
                  </a:solidFill>
                  <a:latin typeface="Abadi" panose="020B0604020104020204" pitchFamily="34" charset="0"/>
                </a:rPr>
                <a:t>konsumsi</a:t>
              </a:r>
              <a:r>
                <a:rPr lang="en-ID" sz="2500" dirty="0">
                  <a:solidFill>
                    <a:schemeClr val="bg1"/>
                  </a:solidFill>
                  <a:latin typeface="Abadi" panose="020B0604020104020204" pitchFamily="34" charset="0"/>
                </a:rPr>
                <a:t> </a:t>
              </a:r>
              <a:r>
                <a:rPr lang="en-ID" sz="2500" dirty="0" err="1">
                  <a:solidFill>
                    <a:schemeClr val="bg1"/>
                  </a:solidFill>
                  <a:latin typeface="Abadi" panose="020B0604020104020204" pitchFamily="34" charset="0"/>
                </a:rPr>
                <a:t>kita</a:t>
              </a:r>
              <a:r>
                <a:rPr lang="en-ID" sz="2500" dirty="0">
                  <a:solidFill>
                    <a:schemeClr val="bg1"/>
                  </a:solidFill>
                  <a:latin typeface="Abadi" panose="020B0604020104020204" pitchFamily="34" charset="0"/>
                </a:rPr>
                <a:t> </a:t>
              </a:r>
              <a:r>
                <a:rPr lang="en-ID" sz="2500" dirty="0" err="1">
                  <a:solidFill>
                    <a:schemeClr val="bg1"/>
                  </a:solidFill>
                  <a:latin typeface="Abadi" panose="020B0604020104020204" pitchFamily="34" charset="0"/>
                </a:rPr>
                <a:t>melalui</a:t>
              </a:r>
              <a:r>
                <a:rPr lang="en-ID" sz="2500" dirty="0">
                  <a:solidFill>
                    <a:schemeClr val="bg1"/>
                  </a:solidFill>
                  <a:latin typeface="Abadi" panose="020B0604020104020204" pitchFamily="34" charset="0"/>
                </a:rPr>
                <a:t> </a:t>
              </a:r>
              <a:r>
                <a:rPr lang="en-ID" sz="2500" dirty="0" err="1">
                  <a:solidFill>
                    <a:schemeClr val="bg1"/>
                  </a:solidFill>
                  <a:latin typeface="Abadi" panose="020B0604020104020204" pitchFamily="34" charset="0"/>
                </a:rPr>
                <a:t>prinsip</a:t>
              </a:r>
              <a:r>
                <a:rPr lang="en-ID" sz="2500" dirty="0">
                  <a:solidFill>
                    <a:schemeClr val="bg1"/>
                  </a:solidFill>
                  <a:latin typeface="Abadi" panose="020B0604020104020204" pitchFamily="34" charset="0"/>
                </a:rPr>
                <a:t> </a:t>
              </a:r>
              <a:r>
                <a:rPr lang="en-ID" sz="2500" b="1" dirty="0">
                  <a:solidFill>
                    <a:schemeClr val="bg1"/>
                  </a:solidFill>
                  <a:latin typeface="Abadi" panose="020B0604020104020204" pitchFamily="34" charset="0"/>
                </a:rPr>
                <a:t>4R</a:t>
              </a:r>
              <a:r>
                <a:rPr lang="en-ID" sz="2500" dirty="0">
                  <a:solidFill>
                    <a:schemeClr val="bg1"/>
                  </a:solidFill>
                  <a:latin typeface="Abadi" panose="020B0604020104020204" pitchFamily="34" charset="0"/>
                </a:rPr>
                <a:t>.</a:t>
              </a:r>
            </a:p>
          </p:txBody>
        </p:sp>
        <p:pic>
          <p:nvPicPr>
            <p:cNvPr id="32" name="Picture 4" descr="Freezing Cold Face Emoji PNG | Icy Winter Icon">
              <a:extLst>
                <a:ext uri="{FF2B5EF4-FFF2-40B4-BE49-F238E27FC236}">
                  <a16:creationId xmlns:a16="http://schemas.microsoft.com/office/drawing/2014/main" id="{D1D60708-1008-4636-8359-7E2260FD436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BEBA8EAE-BF5A-486C-A8C5-ECC9F3942E4B}">
                  <a14:imgProps xmlns:a14="http://schemas.microsoft.com/office/drawing/2010/main">
                    <a14:imgLayer r:embed="rId14">
                      <a14:imgEffect>
                        <a14:backgroundRemoval t="4219" b="94375" l="7500" r="91875">
                          <a14:foregroundMark x1="33516" y1="8203" x2="33516" y2="8203"/>
                          <a14:foregroundMark x1="42266" y1="6250" x2="42266" y2="6250"/>
                          <a14:foregroundMark x1="50078" y1="5156" x2="50078" y2="5156"/>
                          <a14:foregroundMark x1="55937" y1="4766" x2="55937" y2="4766"/>
                          <a14:foregroundMark x1="62266" y1="6875" x2="62266" y2="6875"/>
                          <a14:foregroundMark x1="7578" y1="40156" x2="16406" y2="21250"/>
                          <a14:foregroundMark x1="16406" y1="21250" x2="28438" y2="11094"/>
                          <a14:foregroundMark x1="28438" y1="11094" x2="52500" y2="5703"/>
                          <a14:foregroundMark x1="52500" y1="5703" x2="59609" y2="5938"/>
                          <a14:foregroundMark x1="59609" y1="5938" x2="78125" y2="15469"/>
                          <a14:foregroundMark x1="78125" y1="15469" x2="83906" y2="22031"/>
                          <a14:foregroundMark x1="83906" y1="22031" x2="87813" y2="38672"/>
                          <a14:foregroundMark x1="87813" y1="38672" x2="84453" y2="59062"/>
                          <a14:foregroundMark x1="84453" y1="59062" x2="83984" y2="58672"/>
                          <a14:foregroundMark x1="32188" y1="7969" x2="50078" y2="4219"/>
                          <a14:foregroundMark x1="50078" y1="4219" x2="52344" y2="4609"/>
                          <a14:foregroundMark x1="9141" y1="38125" x2="9766" y2="56875"/>
                          <a14:foregroundMark x1="9766" y1="56875" x2="16406" y2="81875"/>
                          <a14:foregroundMark x1="16406" y1="81875" x2="23672" y2="87109"/>
                          <a14:foregroundMark x1="23672" y1="87109" x2="31094" y2="84453"/>
                          <a14:foregroundMark x1="31094" y1="84453" x2="40313" y2="83906"/>
                          <a14:foregroundMark x1="40313" y1="83906" x2="62266" y2="86328"/>
                          <a14:foregroundMark x1="62266" y1="86328" x2="71016" y2="85156"/>
                          <a14:foregroundMark x1="86250" y1="24766" x2="92031" y2="47578"/>
                          <a14:foregroundMark x1="92031" y1="47578" x2="87500" y2="66641"/>
                          <a14:foregroundMark x1="87500" y1="66641" x2="76719" y2="88594"/>
                          <a14:foregroundMark x1="73125" y1="83594" x2="75938" y2="91016"/>
                          <a14:foregroundMark x1="75938" y1="91016" x2="80547" y2="85391"/>
                          <a14:foregroundMark x1="80547" y1="85391" x2="80313" y2="82266"/>
                          <a14:foregroundMark x1="80703" y1="85703" x2="79844" y2="94375"/>
                          <a14:foregroundMark x1="79844" y1="94375" x2="75625" y2="90469"/>
                          <a14:foregroundMark x1="73672" y1="85547" x2="56094" y2="90703"/>
                          <a14:foregroundMark x1="56094" y1="90703" x2="30391" y2="88906"/>
                          <a14:foregroundMark x1="30391" y1="88906" x2="23203" y2="84609"/>
                          <a14:foregroundMark x1="23203" y1="84609" x2="20156" y2="91719"/>
                          <a14:foregroundMark x1="20156" y1="91719" x2="16328" y2="85781"/>
                          <a14:foregroundMark x1="16328" y1="85781" x2="15234" y2="84766"/>
                          <a14:foregroundMark x1="45703" y1="88203" x2="53672" y2="87656"/>
                          <a14:foregroundMark x1="53672" y1="87656" x2="54609" y2="87969"/>
                          <a14:foregroundMark x1="56563" y1="91406" x2="63203" y2="89141"/>
                          <a14:foregroundMark x1="43750" y1="91406" x2="40156" y2="89297"/>
                          <a14:foregroundMark x1="34063" y1="89531" x2="31406" y2="88359"/>
                          <a14:foregroundMark x1="25859" y1="87266" x2="20000" y2="91953"/>
                          <a14:foregroundMark x1="20000" y1="91953" x2="17891" y2="87266"/>
                          <a14:foregroundMark x1="30859" y1="89531" x2="37109" y2="88359"/>
                          <a14:foregroundMark x1="17266" y1="88359" x2="22422" y2="89922"/>
                          <a14:foregroundMark x1="16719" y1="88594" x2="21484" y2="89531"/>
                          <a14:foregroundMark x1="17891" y1="91250" x2="17891" y2="91250"/>
                          <a14:foregroundMark x1="17109" y1="89688" x2="21875" y2="89297"/>
                          <a14:foregroundMark x1="31953" y1="89297" x2="36563" y2="88203"/>
                          <a14:foregroundMark x1="30078" y1="88750" x2="36406" y2="91641"/>
                          <a14:foregroundMark x1="36406" y1="91641" x2="37891" y2="87422"/>
                          <a14:foregroundMark x1="25859" y1="56953" x2="71563" y2="59297"/>
                          <a14:foregroundMark x1="71563" y1="59297" x2="64297" y2="63125"/>
                          <a14:foregroundMark x1="64297" y1="63125" x2="23750" y2="62500"/>
                          <a14:foregroundMark x1="24531" y1="62266" x2="59062" y2="65938"/>
                          <a14:foregroundMark x1="59062" y1="65938" x2="75000" y2="64922"/>
                          <a14:foregroundMark x1="26797" y1="55391" x2="28359" y2="70078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560719">
              <a:off x="1703150" y="598208"/>
              <a:ext cx="1869311" cy="186931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5507160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Dari Rumah ke Lingkungan: Kenali Sampah di Sekitarmu">
            <a:extLst>
              <a:ext uri="{FF2B5EF4-FFF2-40B4-BE49-F238E27FC236}">
                <a16:creationId xmlns:a16="http://schemas.microsoft.com/office/drawing/2014/main" id="{764B1098-18F1-4D5B-A94D-94797AA6A5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4129" y="0"/>
            <a:ext cx="12286129" cy="69109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D40472C4-EA30-45D7-A8F5-DE46BDD3135D}"/>
              </a:ext>
            </a:extLst>
          </p:cNvPr>
          <p:cNvGrpSpPr/>
          <p:nvPr/>
        </p:nvGrpSpPr>
        <p:grpSpPr>
          <a:xfrm>
            <a:off x="3100668" y="156754"/>
            <a:ext cx="4950822" cy="1541417"/>
            <a:chOff x="3100668" y="156754"/>
            <a:chExt cx="4950822" cy="1541417"/>
          </a:xfrm>
        </p:grpSpPr>
        <p:sp>
          <p:nvSpPr>
            <p:cNvPr id="2" name="Rectangle: Rounded Corners 1">
              <a:extLst>
                <a:ext uri="{FF2B5EF4-FFF2-40B4-BE49-F238E27FC236}">
                  <a16:creationId xmlns:a16="http://schemas.microsoft.com/office/drawing/2014/main" id="{FE49AD9F-5D18-489C-B541-EACD912C4786}"/>
                </a:ext>
              </a:extLst>
            </p:cNvPr>
            <p:cNvSpPr/>
            <p:nvPr/>
          </p:nvSpPr>
          <p:spPr>
            <a:xfrm>
              <a:off x="3100668" y="156754"/>
              <a:ext cx="4763171" cy="1541417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CBB8E13A-F3AE-45A3-9D1E-17D69CAC5E80}"/>
                </a:ext>
              </a:extLst>
            </p:cNvPr>
            <p:cNvSpPr/>
            <p:nvPr/>
          </p:nvSpPr>
          <p:spPr>
            <a:xfrm>
              <a:off x="3187337" y="261257"/>
              <a:ext cx="4572000" cy="1332412"/>
            </a:xfrm>
            <a:prstGeom prst="roundRect">
              <a:avLst/>
            </a:prstGeom>
            <a:gradFill flip="none" rotWithShape="1">
              <a:gsLst>
                <a:gs pos="0">
                  <a:schemeClr val="accent6">
                    <a:lumMod val="40000"/>
                    <a:lumOff val="60000"/>
                  </a:schemeClr>
                </a:gs>
                <a:gs pos="46000">
                  <a:schemeClr val="accent6">
                    <a:lumMod val="95000"/>
                    <a:lumOff val="5000"/>
                  </a:schemeClr>
                </a:gs>
                <a:gs pos="100000">
                  <a:schemeClr val="accent6">
                    <a:lumMod val="60000"/>
                  </a:schemeClr>
                </a:gs>
              </a:gsLst>
              <a:lin ang="66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16117507-8F5F-4318-AB83-0FC1EED266B9}"/>
                </a:ext>
              </a:extLst>
            </p:cNvPr>
            <p:cNvSpPr txBox="1"/>
            <p:nvPr/>
          </p:nvSpPr>
          <p:spPr>
            <a:xfrm flipH="1">
              <a:off x="3288319" y="493664"/>
              <a:ext cx="4763171" cy="8617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5000" dirty="0">
                  <a:solidFill>
                    <a:schemeClr val="bg1"/>
                  </a:solidFill>
                  <a:latin typeface="Eras Bold ITC" panose="020B0907030504020204" pitchFamily="34" charset="0"/>
                </a:rPr>
                <a:t>ANGGOTA</a:t>
              </a:r>
              <a:endParaRPr lang="en-ID" sz="5000" dirty="0">
                <a:solidFill>
                  <a:schemeClr val="bg1"/>
                </a:solidFill>
                <a:latin typeface="Eras Bold ITC" panose="020B0907030504020204" pitchFamily="34" charset="0"/>
              </a:endParaRPr>
            </a:p>
          </p:txBody>
        </p:sp>
        <p:pic>
          <p:nvPicPr>
            <p:cNvPr id="2050" name="Picture 2" descr="member Vector Icons free download in SVG, PNG Format">
              <a:extLst>
                <a:ext uri="{FF2B5EF4-FFF2-40B4-BE49-F238E27FC236}">
                  <a16:creationId xmlns:a16="http://schemas.microsoft.com/office/drawing/2014/main" id="{587A9772-D1C0-456D-9FBE-BE06036578D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aturation sat="4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97563" y="485439"/>
              <a:ext cx="861774" cy="86177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7B097EA6-CC6F-4D20-88DD-C9A52F4ABECF}"/>
              </a:ext>
            </a:extLst>
          </p:cNvPr>
          <p:cNvGrpSpPr/>
          <p:nvPr/>
        </p:nvGrpSpPr>
        <p:grpSpPr>
          <a:xfrm>
            <a:off x="65315" y="1980079"/>
            <a:ext cx="12053455" cy="3018544"/>
            <a:chOff x="65315" y="1980079"/>
            <a:chExt cx="12053455" cy="3018544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6E94AABB-97ED-45A6-B02D-8FE9DE0E59F1}"/>
                </a:ext>
              </a:extLst>
            </p:cNvPr>
            <p:cNvGrpSpPr/>
            <p:nvPr/>
          </p:nvGrpSpPr>
          <p:grpSpPr>
            <a:xfrm>
              <a:off x="65315" y="1980079"/>
              <a:ext cx="11980226" cy="2924316"/>
              <a:chOff x="0" y="1980079"/>
              <a:chExt cx="11980226" cy="2924316"/>
            </a:xfrm>
          </p:grpSpPr>
          <p:pic>
            <p:nvPicPr>
              <p:cNvPr id="12" name="Picture 2" descr="Dari Rumah ke Lingkungan: Kenali Sampah di Sekitarmu">
                <a:extLst>
                  <a:ext uri="{FF2B5EF4-FFF2-40B4-BE49-F238E27FC236}">
                    <a16:creationId xmlns:a16="http://schemas.microsoft.com/office/drawing/2014/main" id="{052EBECB-4C9D-4E46-B72C-5B95949FA92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5">
                <a:extLst>
                  <a:ext uri="{BEBA8EAE-BF5A-486C-A8C5-ECC9F3942E4B}">
                    <a14:imgProps xmlns:a14="http://schemas.microsoft.com/office/drawing/2010/main">
                      <a14:imgLayer r:embed="rId6">
                        <a14:imgEffect>
                          <a14:artisticBlur/>
                        </a14:imgEffect>
                        <a14:imgEffect>
                          <a14:brightnessContrast bright="40000" contrast="2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67" t="29034" r="80344" b="29034"/>
              <a:stretch/>
            </p:blipFill>
            <p:spPr bwMode="auto">
              <a:xfrm>
                <a:off x="0" y="2006553"/>
                <a:ext cx="2320742" cy="2897842"/>
              </a:xfrm>
              <a:prstGeom prst="roundRect">
                <a:avLst/>
              </a:prstGeom>
              <a:noFill/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3" name="Picture 2" descr="Dari Rumah ke Lingkungan: Kenali Sampah di Sekitarmu">
                <a:extLst>
                  <a:ext uri="{FF2B5EF4-FFF2-40B4-BE49-F238E27FC236}">
                    <a16:creationId xmlns:a16="http://schemas.microsoft.com/office/drawing/2014/main" id="{CD9DC551-33B2-4F62-AAEC-07B99BF1156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5">
                <a:extLst>
                  <a:ext uri="{BEBA8EAE-BF5A-486C-A8C5-ECC9F3942E4B}">
                    <a14:imgProps xmlns:a14="http://schemas.microsoft.com/office/drawing/2010/main">
                      <a14:imgLayer r:embed="rId6">
                        <a14:imgEffect>
                          <a14:artisticBlur/>
                        </a14:imgEffect>
                        <a14:imgEffect>
                          <a14:brightnessContrast bright="40000" contrast="2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0422" t="29034" r="60689" b="29034"/>
              <a:stretch/>
            </p:blipFill>
            <p:spPr bwMode="auto">
              <a:xfrm>
                <a:off x="2414871" y="2006553"/>
                <a:ext cx="2320742" cy="2897842"/>
              </a:xfrm>
              <a:prstGeom prst="roundRect">
                <a:avLst/>
              </a:prstGeom>
              <a:noFill/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4" name="Picture 2" descr="Dari Rumah ke Lingkungan: Kenali Sampah di Sekitarmu">
                <a:extLst>
                  <a:ext uri="{FF2B5EF4-FFF2-40B4-BE49-F238E27FC236}">
                    <a16:creationId xmlns:a16="http://schemas.microsoft.com/office/drawing/2014/main" id="{BC50A33F-666A-408F-B759-0E039E632DE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5">
                <a:extLst>
                  <a:ext uri="{BEBA8EAE-BF5A-486C-A8C5-ECC9F3942E4B}">
                    <a14:imgProps xmlns:a14="http://schemas.microsoft.com/office/drawing/2010/main">
                      <a14:imgLayer r:embed="rId6">
                        <a14:imgEffect>
                          <a14:artisticBlur/>
                        </a14:imgEffect>
                        <a14:imgEffect>
                          <a14:brightnessContrast bright="40000" contrast="2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40077" t="28650" r="41034" b="29418"/>
              <a:stretch/>
            </p:blipFill>
            <p:spPr bwMode="auto">
              <a:xfrm>
                <a:off x="4829742" y="1980079"/>
                <a:ext cx="2320742" cy="2897842"/>
              </a:xfrm>
              <a:prstGeom prst="roundRect">
                <a:avLst/>
              </a:prstGeom>
              <a:noFill/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5" name="Picture 2" descr="Dari Rumah ke Lingkungan: Kenali Sampah di Sekitarmu">
                <a:extLst>
                  <a:ext uri="{FF2B5EF4-FFF2-40B4-BE49-F238E27FC236}">
                    <a16:creationId xmlns:a16="http://schemas.microsoft.com/office/drawing/2014/main" id="{EA49CB17-B83E-4990-A717-2E9B69A83D4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5">
                <a:extLst>
                  <a:ext uri="{BEBA8EAE-BF5A-486C-A8C5-ECC9F3942E4B}">
                    <a14:imgProps xmlns:a14="http://schemas.microsoft.com/office/drawing/2010/main">
                      <a14:imgLayer r:embed="rId6">
                        <a14:imgEffect>
                          <a14:artisticBlur/>
                        </a14:imgEffect>
                        <a14:imgEffect>
                          <a14:brightnessContrast bright="40000" contrast="2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9731" t="28650" r="21380" b="29418"/>
              <a:stretch/>
            </p:blipFill>
            <p:spPr bwMode="auto">
              <a:xfrm>
                <a:off x="7244613" y="1980079"/>
                <a:ext cx="2320742" cy="2897842"/>
              </a:xfrm>
              <a:prstGeom prst="roundRect">
                <a:avLst/>
              </a:prstGeom>
              <a:noFill/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6" name="Picture 2" descr="Dari Rumah ke Lingkungan: Kenali Sampah di Sekitarmu">
                <a:extLst>
                  <a:ext uri="{FF2B5EF4-FFF2-40B4-BE49-F238E27FC236}">
                    <a16:creationId xmlns:a16="http://schemas.microsoft.com/office/drawing/2014/main" id="{851E7EA8-3F5F-4F7A-B5F3-F58E75490CF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5">
                <a:extLst>
                  <a:ext uri="{BEBA8EAE-BF5A-486C-A8C5-ECC9F3942E4B}">
                    <a14:imgProps xmlns:a14="http://schemas.microsoft.com/office/drawing/2010/main">
                      <a14:imgLayer r:embed="rId6">
                        <a14:imgEffect>
                          <a14:artisticBlur/>
                        </a14:imgEffect>
                        <a14:imgEffect>
                          <a14:brightnessContrast bright="40000" contrast="2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9387" t="28650" r="1724" b="29418"/>
              <a:stretch/>
            </p:blipFill>
            <p:spPr bwMode="auto">
              <a:xfrm>
                <a:off x="9659484" y="1980079"/>
                <a:ext cx="2320742" cy="2897842"/>
              </a:xfrm>
              <a:prstGeom prst="roundRect">
                <a:avLst/>
              </a:prstGeom>
              <a:noFill/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pic>
          <p:nvPicPr>
            <p:cNvPr id="2052" name="Picture 4" descr="Sugar Land Taekwondo Training &amp; Martial Arts Defense Classes">
              <a:extLst>
                <a:ext uri="{FF2B5EF4-FFF2-40B4-BE49-F238E27FC236}">
                  <a16:creationId xmlns:a16="http://schemas.microsoft.com/office/drawing/2014/main" id="{B40FBB16-4BC8-42C4-A1F4-4BB7724EC2E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4887" y="2124642"/>
              <a:ext cx="2081598" cy="2081598"/>
            </a:xfrm>
            <a:prstGeom prst="roundRect">
              <a:avLst>
                <a:gd name="adj" fmla="val 16667"/>
              </a:avLst>
            </a:prstGeom>
            <a:ln>
              <a:noFill/>
            </a:ln>
            <a:effectLst>
              <a:outerShdw blurRad="76200" dist="38100" dir="78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contrasting" dir="t">
                <a:rot lat="0" lon="0" rev="4200000"/>
              </a:lightRig>
            </a:scene3d>
            <a:sp3d prstMaterial="plastic">
              <a:bevelT w="381000" h="114300" prst="relaxedInset"/>
              <a:contourClr>
                <a:srgbClr val="969696"/>
              </a:contourClr>
            </a:sp3d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56" name="Picture 8" descr="He's Qin Shi Huang, your honor. Ong I HATE instagram cropping sm. When I  was reading Record of Ragnarok, I was nOT EXPECTING HIM TO BE IN THIS MANGA  AT ALL... LIKE????">
              <a:extLst>
                <a:ext uri="{FF2B5EF4-FFF2-40B4-BE49-F238E27FC236}">
                  <a16:creationId xmlns:a16="http://schemas.microsoft.com/office/drawing/2014/main" id="{56C678CC-0BBF-46FF-B7A3-CF555CA5D2B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08184" y="2124643"/>
              <a:ext cx="2081598" cy="2081598"/>
            </a:xfrm>
            <a:prstGeom prst="roundRect">
              <a:avLst>
                <a:gd name="adj" fmla="val 16667"/>
              </a:avLst>
            </a:prstGeom>
            <a:ln>
              <a:noFill/>
            </a:ln>
            <a:effectLst>
              <a:outerShdw blurRad="76200" dist="38100" dir="78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contrasting" dir="t">
                <a:rot lat="0" lon="0" rev="4200000"/>
              </a:lightRig>
            </a:scene3d>
            <a:sp3d prstMaterial="plastic">
              <a:bevelT w="381000" h="114300" prst="relaxedInset"/>
              <a:contourClr>
                <a:srgbClr val="969696"/>
              </a:contourClr>
            </a:sp3d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" name="Picture 2" descr="Gambar Kartun bunga - Unduh Gratis di Freepik">
              <a:extLst>
                <a:ext uri="{FF2B5EF4-FFF2-40B4-BE49-F238E27FC236}">
                  <a16:creationId xmlns:a16="http://schemas.microsoft.com/office/drawing/2014/main" id="{1B0BC1B5-68CF-4F53-BF3E-FEBDC43044D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82553" y="2085453"/>
              <a:ext cx="2145750" cy="2145750"/>
            </a:xfrm>
            <a:prstGeom prst="roundRect">
              <a:avLst>
                <a:gd name="adj" fmla="val 16667"/>
              </a:avLst>
            </a:prstGeom>
            <a:ln>
              <a:noFill/>
            </a:ln>
            <a:effectLst>
              <a:outerShdw blurRad="76200" dist="38100" dir="78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contrasting" dir="t">
                <a:rot lat="0" lon="0" rev="4200000"/>
              </a:lightRig>
            </a:scene3d>
            <a:sp3d prstMaterial="plastic">
              <a:bevelT w="381000" h="114300" prst="relaxedInset"/>
              <a:contourClr>
                <a:srgbClr val="969696"/>
              </a:contourClr>
            </a:sp3d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28" name="Picture 4" descr="Blume clip art Bilder - Kostenloser Download auf Freepik">
              <a:extLst>
                <a:ext uri="{FF2B5EF4-FFF2-40B4-BE49-F238E27FC236}">
                  <a16:creationId xmlns:a16="http://schemas.microsoft.com/office/drawing/2014/main" id="{CE61C43E-B375-4EA6-88DA-16A389B1EBA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385818" y="2085453"/>
              <a:ext cx="2168962" cy="2168962"/>
            </a:xfrm>
            <a:prstGeom prst="roundRect">
              <a:avLst>
                <a:gd name="adj" fmla="val 16667"/>
              </a:avLst>
            </a:prstGeom>
            <a:ln>
              <a:noFill/>
            </a:ln>
            <a:effectLst>
              <a:outerShdw blurRad="76200" dist="38100" dir="78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contrasting" dir="t">
                <a:rot lat="0" lon="0" rev="4200000"/>
              </a:lightRig>
            </a:scene3d>
            <a:sp3d prstMaterial="plastic">
              <a:bevelT w="381000" h="114300" prst="relaxedInset"/>
              <a:contourClr>
                <a:srgbClr val="969696"/>
              </a:contourClr>
            </a:sp3d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0" name="Picture 6" descr="Gambar Pola Dekoratif Kartun Bunga Matahari | Elemen Grafis PSD Unduhan  Gratis - Pikbest">
              <a:extLst>
                <a:ext uri="{FF2B5EF4-FFF2-40B4-BE49-F238E27FC236}">
                  <a16:creationId xmlns:a16="http://schemas.microsoft.com/office/drawing/2014/main" id="{D5FB6006-D917-47DF-8BE5-2E4A3E9474B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816240" y="2093663"/>
              <a:ext cx="2143556" cy="2143556"/>
            </a:xfrm>
            <a:prstGeom prst="roundRect">
              <a:avLst>
                <a:gd name="adj" fmla="val 16667"/>
              </a:avLst>
            </a:prstGeom>
            <a:ln>
              <a:noFill/>
            </a:ln>
            <a:effectLst>
              <a:outerShdw blurRad="76200" dist="38100" dir="78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contrasting" dir="t">
                <a:rot lat="0" lon="0" rev="4200000"/>
              </a:lightRig>
            </a:scene3d>
            <a:sp3d prstMaterial="plastic">
              <a:bevelT w="381000" h="114300" prst="relaxedInset"/>
              <a:contourClr>
                <a:srgbClr val="969696"/>
              </a:contourClr>
            </a:sp3d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822CBD88-CB3A-4B36-8D44-F096EF15FBB8}"/>
                </a:ext>
              </a:extLst>
            </p:cNvPr>
            <p:cNvSpPr txBox="1"/>
            <p:nvPr/>
          </p:nvSpPr>
          <p:spPr>
            <a:xfrm>
              <a:off x="526466" y="4136849"/>
              <a:ext cx="1589281" cy="8617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5000" dirty="0">
                  <a:latin typeface="Bauhaus 93" panose="04030905020B02020C02" pitchFamily="82" charset="0"/>
                </a:rPr>
                <a:t>RAFI</a:t>
              </a:r>
              <a:endParaRPr lang="en-ID" sz="5000" dirty="0">
                <a:latin typeface="Bauhaus 93" panose="04030905020B02020C02" pitchFamily="82" charset="0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346243B9-79F8-456F-B04A-4110A6873884}"/>
                </a:ext>
              </a:extLst>
            </p:cNvPr>
            <p:cNvSpPr txBox="1"/>
            <p:nvPr/>
          </p:nvSpPr>
          <p:spPr>
            <a:xfrm>
              <a:off x="2675591" y="4124431"/>
              <a:ext cx="2231072" cy="8617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5000" dirty="0">
                  <a:latin typeface="Bauhaus 93" panose="04030905020B02020C02" pitchFamily="82" charset="0"/>
                </a:rPr>
                <a:t>QIZZY</a:t>
              </a:r>
              <a:endParaRPr lang="en-ID" sz="5000" dirty="0">
                <a:latin typeface="Bauhaus 93" panose="04030905020B02020C02" pitchFamily="82" charset="0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D01D0973-6A86-49F9-91C2-5A68D1AE5AD3}"/>
                </a:ext>
              </a:extLst>
            </p:cNvPr>
            <p:cNvSpPr txBox="1"/>
            <p:nvPr/>
          </p:nvSpPr>
          <p:spPr>
            <a:xfrm>
              <a:off x="5129186" y="4135107"/>
              <a:ext cx="1982801" cy="8617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5000" dirty="0">
                  <a:latin typeface="Bauhaus 93" panose="04030905020B02020C02" pitchFamily="82" charset="0"/>
                </a:rPr>
                <a:t>NAYLA</a:t>
              </a:r>
              <a:endParaRPr lang="en-ID" sz="5000" dirty="0">
                <a:latin typeface="Bauhaus 93" panose="04030905020B02020C02" pitchFamily="82" charset="0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693F2CA2-53BE-4F82-886D-699C95E7EE0D}"/>
                </a:ext>
              </a:extLst>
            </p:cNvPr>
            <p:cNvSpPr txBox="1"/>
            <p:nvPr/>
          </p:nvSpPr>
          <p:spPr>
            <a:xfrm>
              <a:off x="7371684" y="4149619"/>
              <a:ext cx="2765748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000" dirty="0">
                  <a:latin typeface="Bauhaus 93" panose="04030905020B02020C02" pitchFamily="82" charset="0"/>
                </a:rPr>
                <a:t>NADHIYA</a:t>
              </a:r>
              <a:endParaRPr lang="en-ID" sz="4000" dirty="0">
                <a:latin typeface="Bauhaus 93" panose="04030905020B02020C02" pitchFamily="82" charset="0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10D0C3F1-68FB-400F-A3B8-8CB69298B904}"/>
                </a:ext>
              </a:extLst>
            </p:cNvPr>
            <p:cNvSpPr txBox="1"/>
            <p:nvPr/>
          </p:nvSpPr>
          <p:spPr>
            <a:xfrm>
              <a:off x="9931703" y="4135107"/>
              <a:ext cx="2187067" cy="8617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5000" dirty="0">
                  <a:latin typeface="Bauhaus 93" panose="04030905020B02020C02" pitchFamily="82" charset="0"/>
                </a:rPr>
                <a:t>NINDA</a:t>
              </a:r>
              <a:endParaRPr lang="en-ID" sz="5000" dirty="0">
                <a:latin typeface="Bauhaus 93" panose="04030905020B02020C02" pitchFamily="82" charset="0"/>
              </a:endParaRPr>
            </a:p>
          </p:txBody>
        </p:sp>
      </p:grpSp>
      <p:pic>
        <p:nvPicPr>
          <p:cNvPr id="42" name="Picture 2" descr="SAMPAH PLASTIK CEMARI SUNGAI DI INDONESIA | Dinas Lingkungan Hidup">
            <a:extLst>
              <a:ext uri="{FF2B5EF4-FFF2-40B4-BE49-F238E27FC236}">
                <a16:creationId xmlns:a16="http://schemas.microsoft.com/office/drawing/2014/main" id="{83EFCBFA-F07E-412D-A4B0-C0363C0F82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artisticBlur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78344" y="0"/>
            <a:ext cx="12267543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Picture 2" descr="Gunung Es Seluas Kota Medan Pecah dan Tunjukkan Pola Berbeda | kumparan.com">
            <a:extLst>
              <a:ext uri="{FF2B5EF4-FFF2-40B4-BE49-F238E27FC236}">
                <a16:creationId xmlns:a16="http://schemas.microsoft.com/office/drawing/2014/main" id="{B05F7339-9BE7-4BE5-988E-A638A4B135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artisticBlur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4130" y="0"/>
            <a:ext cx="12286129" cy="69109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4" name="Group 23">
            <a:extLst>
              <a:ext uri="{FF2B5EF4-FFF2-40B4-BE49-F238E27FC236}">
                <a16:creationId xmlns:a16="http://schemas.microsoft.com/office/drawing/2014/main" id="{8B79F325-1FAF-4444-BA95-14322885A7B4}"/>
              </a:ext>
            </a:extLst>
          </p:cNvPr>
          <p:cNvGrpSpPr/>
          <p:nvPr/>
        </p:nvGrpSpPr>
        <p:grpSpPr>
          <a:xfrm>
            <a:off x="1703150" y="598208"/>
            <a:ext cx="8389095" cy="5212704"/>
            <a:chOff x="1703150" y="598208"/>
            <a:chExt cx="8389095" cy="5212704"/>
          </a:xfrm>
        </p:grpSpPr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12CC7B2E-E30F-484F-93EB-031101BB76C5}"/>
                </a:ext>
              </a:extLst>
            </p:cNvPr>
            <p:cNvSpPr/>
            <p:nvPr/>
          </p:nvSpPr>
          <p:spPr>
            <a:xfrm>
              <a:off x="2561330" y="1172048"/>
              <a:ext cx="7530915" cy="4638864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7" name="Rectangle: Rounded Corners 26">
              <a:extLst>
                <a:ext uri="{FF2B5EF4-FFF2-40B4-BE49-F238E27FC236}">
                  <a16:creationId xmlns:a16="http://schemas.microsoft.com/office/drawing/2014/main" id="{4C611943-C40C-445F-9E83-B3363E1725F9}"/>
                </a:ext>
              </a:extLst>
            </p:cNvPr>
            <p:cNvSpPr/>
            <p:nvPr/>
          </p:nvSpPr>
          <p:spPr>
            <a:xfrm>
              <a:off x="2637220" y="1370178"/>
              <a:ext cx="7294482" cy="4315774"/>
            </a:xfrm>
            <a:prstGeom prst="round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0A620D16-B096-498E-896D-45CE39CA6B96}"/>
                </a:ext>
              </a:extLst>
            </p:cNvPr>
            <p:cNvSpPr txBox="1"/>
            <p:nvPr/>
          </p:nvSpPr>
          <p:spPr>
            <a:xfrm>
              <a:off x="4420933" y="1370985"/>
              <a:ext cx="3716055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000" i="1" dirty="0" err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Bauhaus 93" panose="04030905020B02020C02" pitchFamily="82" charset="0"/>
                </a:rPr>
                <a:t>Apa</a:t>
              </a:r>
              <a:r>
                <a:rPr lang="en-US" sz="4000" i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Bauhaus 93" panose="04030905020B02020C02" pitchFamily="82" charset="0"/>
                </a:rPr>
                <a:t> </a:t>
              </a:r>
              <a:r>
                <a:rPr lang="en-US" sz="4000" i="1" dirty="0" err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Bauhaus 93" panose="04030905020B02020C02" pitchFamily="82" charset="0"/>
                </a:rPr>
                <a:t>itu</a:t>
              </a:r>
              <a:r>
                <a:rPr lang="en-US" sz="4000" i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Bauhaus 93" panose="04030905020B02020C02" pitchFamily="82" charset="0"/>
                </a:rPr>
                <a:t> </a:t>
              </a:r>
              <a:r>
                <a:rPr lang="en-US" sz="4000" i="1" dirty="0" err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Bauhaus 93" panose="04030905020B02020C02" pitchFamily="82" charset="0"/>
                </a:rPr>
                <a:t>iklim</a:t>
              </a:r>
              <a:r>
                <a:rPr lang="en-US" sz="4000" i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Bauhaus 93" panose="04030905020B02020C02" pitchFamily="82" charset="0"/>
                </a:rPr>
                <a:t>?</a:t>
              </a:r>
              <a:endParaRPr lang="en-ID" sz="400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uhaus 93" panose="04030905020B02020C02" pitchFamily="82" charset="0"/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464D91B3-CE41-4924-B8DC-CF8450DC4DDB}"/>
                </a:ext>
              </a:extLst>
            </p:cNvPr>
            <p:cNvSpPr/>
            <p:nvPr/>
          </p:nvSpPr>
          <p:spPr>
            <a:xfrm>
              <a:off x="4817117" y="3683726"/>
              <a:ext cx="1061169" cy="266097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0B03FDA1-716D-454B-91B5-449EE8F9E642}"/>
                </a:ext>
              </a:extLst>
            </p:cNvPr>
            <p:cNvSpPr txBox="1"/>
            <p:nvPr/>
          </p:nvSpPr>
          <p:spPr>
            <a:xfrm>
              <a:off x="2887080" y="2416413"/>
              <a:ext cx="7099027" cy="278537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D" sz="2500" b="1" dirty="0" err="1">
                  <a:solidFill>
                    <a:schemeClr val="bg1"/>
                  </a:solidFill>
                  <a:latin typeface="Abadi" panose="020B0604020104020204" pitchFamily="34" charset="0"/>
                </a:rPr>
                <a:t>Iklim</a:t>
              </a:r>
              <a:r>
                <a:rPr lang="en-ID" sz="2500" b="1" dirty="0">
                  <a:solidFill>
                    <a:schemeClr val="bg1"/>
                  </a:solidFill>
                  <a:latin typeface="Abadi" panose="020B0604020104020204" pitchFamily="34" charset="0"/>
                </a:rPr>
                <a:t> </a:t>
              </a:r>
              <a:r>
                <a:rPr lang="en-ID" sz="2500" b="1" dirty="0" err="1">
                  <a:solidFill>
                    <a:schemeClr val="bg1"/>
                  </a:solidFill>
                  <a:latin typeface="Abadi" panose="020B0604020104020204" pitchFamily="34" charset="0"/>
                </a:rPr>
                <a:t>adalah</a:t>
              </a:r>
              <a:r>
                <a:rPr lang="en-ID" sz="2500" b="1" dirty="0">
                  <a:solidFill>
                    <a:schemeClr val="bg1"/>
                  </a:solidFill>
                  <a:latin typeface="Abadi" panose="020B0604020104020204" pitchFamily="34" charset="0"/>
                </a:rPr>
                <a:t> </a:t>
              </a:r>
              <a:r>
                <a:rPr lang="en-ID" sz="2500" b="1" dirty="0" err="1">
                  <a:solidFill>
                    <a:schemeClr val="bg1"/>
                  </a:solidFill>
                  <a:latin typeface="Abadi" panose="020B0604020104020204" pitchFamily="34" charset="0"/>
                </a:rPr>
                <a:t>kondisi</a:t>
              </a:r>
              <a:r>
                <a:rPr lang="en-ID" sz="2500" b="1" dirty="0">
                  <a:solidFill>
                    <a:schemeClr val="bg1"/>
                  </a:solidFill>
                  <a:latin typeface="Abadi" panose="020B0604020104020204" pitchFamily="34" charset="0"/>
                </a:rPr>
                <a:t> rata-rata </a:t>
              </a:r>
              <a:r>
                <a:rPr lang="en-ID" sz="2500" b="1" dirty="0" err="1">
                  <a:solidFill>
                    <a:schemeClr val="bg1"/>
                  </a:solidFill>
                  <a:latin typeface="Abadi" panose="020B0604020104020204" pitchFamily="34" charset="0"/>
                </a:rPr>
                <a:t>cuaca</a:t>
              </a:r>
              <a:r>
                <a:rPr lang="en-ID" sz="2500" b="1" dirty="0">
                  <a:solidFill>
                    <a:schemeClr val="bg1"/>
                  </a:solidFill>
                  <a:latin typeface="Abadi" panose="020B0604020104020204" pitchFamily="34" charset="0"/>
                </a:rPr>
                <a:t> </a:t>
              </a:r>
              <a:r>
                <a:rPr lang="en-ID" sz="2500" b="1" dirty="0" err="1">
                  <a:solidFill>
                    <a:schemeClr val="bg1"/>
                  </a:solidFill>
                  <a:latin typeface="Abadi" panose="020B0604020104020204" pitchFamily="34" charset="0"/>
                </a:rPr>
                <a:t>dalam</a:t>
              </a:r>
              <a:r>
                <a:rPr lang="en-ID" sz="2500" b="1" dirty="0">
                  <a:solidFill>
                    <a:schemeClr val="bg1"/>
                  </a:solidFill>
                  <a:latin typeface="Abadi" panose="020B0604020104020204" pitchFamily="34" charset="0"/>
                </a:rPr>
                <a:t> </a:t>
              </a:r>
              <a:r>
                <a:rPr lang="en-ID" sz="2500" b="1" dirty="0" err="1">
                  <a:solidFill>
                    <a:schemeClr val="bg1"/>
                  </a:solidFill>
                  <a:latin typeface="Abadi" panose="020B0604020104020204" pitchFamily="34" charset="0"/>
                </a:rPr>
                <a:t>jangka</a:t>
              </a:r>
              <a:r>
                <a:rPr lang="en-ID" sz="2500" b="1" dirty="0">
                  <a:solidFill>
                    <a:schemeClr val="bg1"/>
                  </a:solidFill>
                  <a:latin typeface="Abadi" panose="020B0604020104020204" pitchFamily="34" charset="0"/>
                </a:rPr>
                <a:t> </a:t>
              </a:r>
              <a:r>
                <a:rPr lang="en-ID" sz="2500" b="1" dirty="0" err="1">
                  <a:solidFill>
                    <a:schemeClr val="bg1"/>
                  </a:solidFill>
                  <a:latin typeface="Abadi" panose="020B0604020104020204" pitchFamily="34" charset="0"/>
                </a:rPr>
                <a:t>waktu</a:t>
              </a:r>
              <a:r>
                <a:rPr lang="en-ID" sz="2500" b="1" dirty="0">
                  <a:solidFill>
                    <a:schemeClr val="bg1"/>
                  </a:solidFill>
                  <a:latin typeface="Abadi" panose="020B0604020104020204" pitchFamily="34" charset="0"/>
                </a:rPr>
                <a:t> </a:t>
              </a:r>
              <a:r>
                <a:rPr lang="en-ID" sz="2500" b="1" dirty="0" err="1">
                  <a:solidFill>
                    <a:schemeClr val="bg1"/>
                  </a:solidFill>
                  <a:latin typeface="Abadi" panose="020B0604020104020204" pitchFamily="34" charset="0"/>
                </a:rPr>
                <a:t>panjang</a:t>
              </a:r>
              <a:r>
                <a:rPr lang="en-ID" sz="2500" b="1" dirty="0">
                  <a:solidFill>
                    <a:schemeClr val="bg1"/>
                  </a:solidFill>
                  <a:latin typeface="Abadi" panose="020B0604020104020204" pitchFamily="34" charset="0"/>
                </a:rPr>
                <a:t> di </a:t>
              </a:r>
              <a:r>
                <a:rPr lang="en-ID" sz="2500" b="1" dirty="0" err="1">
                  <a:solidFill>
                    <a:schemeClr val="bg1"/>
                  </a:solidFill>
                  <a:latin typeface="Abadi" panose="020B0604020104020204" pitchFamily="34" charset="0"/>
                </a:rPr>
                <a:t>suatu</a:t>
              </a:r>
              <a:r>
                <a:rPr lang="en-ID" sz="2500" b="1" dirty="0">
                  <a:solidFill>
                    <a:schemeClr val="bg1"/>
                  </a:solidFill>
                  <a:latin typeface="Abadi" panose="020B0604020104020204" pitchFamily="34" charset="0"/>
                </a:rPr>
                <a:t> wilayah. </a:t>
              </a:r>
              <a:r>
                <a:rPr lang="en-ID" sz="2500" b="1" dirty="0" err="1">
                  <a:solidFill>
                    <a:schemeClr val="bg1"/>
                  </a:solidFill>
                  <a:latin typeface="Abadi" panose="020B0604020104020204" pitchFamily="34" charset="0"/>
                </a:rPr>
                <a:t>Saat</a:t>
              </a:r>
              <a:r>
                <a:rPr lang="en-ID" sz="2500" b="1" dirty="0">
                  <a:solidFill>
                    <a:schemeClr val="bg1"/>
                  </a:solidFill>
                  <a:latin typeface="Abadi" panose="020B0604020104020204" pitchFamily="34" charset="0"/>
                </a:rPr>
                <a:t> </a:t>
              </a:r>
              <a:r>
                <a:rPr lang="en-ID" sz="2500" b="1" dirty="0" err="1">
                  <a:solidFill>
                    <a:schemeClr val="bg1"/>
                  </a:solidFill>
                  <a:latin typeface="Abadi" panose="020B0604020104020204" pitchFamily="34" charset="0"/>
                </a:rPr>
                <a:t>ini</a:t>
              </a:r>
              <a:r>
                <a:rPr lang="en-ID" sz="2500" b="1" dirty="0">
                  <a:solidFill>
                    <a:schemeClr val="bg1"/>
                  </a:solidFill>
                  <a:latin typeface="Abadi" panose="020B0604020104020204" pitchFamily="34" charset="0"/>
                </a:rPr>
                <a:t>, </a:t>
              </a:r>
              <a:r>
                <a:rPr lang="en-ID" sz="2500" b="1" dirty="0" err="1">
                  <a:solidFill>
                    <a:schemeClr val="bg1"/>
                  </a:solidFill>
                  <a:latin typeface="Abadi" panose="020B0604020104020204" pitchFamily="34" charset="0"/>
                </a:rPr>
                <a:t>iklim</a:t>
              </a:r>
              <a:r>
                <a:rPr lang="en-ID" sz="2500" b="1" dirty="0">
                  <a:solidFill>
                    <a:schemeClr val="bg1"/>
                  </a:solidFill>
                  <a:latin typeface="Abadi" panose="020B0604020104020204" pitchFamily="34" charset="0"/>
                </a:rPr>
                <a:t> global </a:t>
              </a:r>
              <a:r>
                <a:rPr lang="en-ID" sz="2500" b="1" dirty="0" err="1">
                  <a:solidFill>
                    <a:schemeClr val="bg1"/>
                  </a:solidFill>
                  <a:latin typeface="Abadi" panose="020B0604020104020204" pitchFamily="34" charset="0"/>
                </a:rPr>
                <a:t>sedang</a:t>
              </a:r>
              <a:r>
                <a:rPr lang="en-ID" sz="2500" b="1" dirty="0">
                  <a:solidFill>
                    <a:schemeClr val="bg1"/>
                  </a:solidFill>
                  <a:latin typeface="Abadi" panose="020B0604020104020204" pitchFamily="34" charset="0"/>
                </a:rPr>
                <a:t> </a:t>
              </a:r>
              <a:r>
                <a:rPr lang="en-ID" sz="2500" b="1" dirty="0" err="1">
                  <a:solidFill>
                    <a:schemeClr val="bg1"/>
                  </a:solidFill>
                  <a:latin typeface="Abadi" panose="020B0604020104020204" pitchFamily="34" charset="0"/>
                </a:rPr>
                <a:t>mengalami</a:t>
              </a:r>
              <a:r>
                <a:rPr lang="en-ID" sz="2500" b="1" dirty="0">
                  <a:solidFill>
                    <a:schemeClr val="bg1"/>
                  </a:solidFill>
                  <a:latin typeface="Abadi" panose="020B0604020104020204" pitchFamily="34" charset="0"/>
                </a:rPr>
                <a:t> </a:t>
              </a:r>
              <a:r>
                <a:rPr lang="en-ID" sz="2500" b="1" dirty="0" err="1">
                  <a:solidFill>
                    <a:schemeClr val="bg1"/>
                  </a:solidFill>
                  <a:latin typeface="Abadi" panose="020B0604020104020204" pitchFamily="34" charset="0"/>
                </a:rPr>
                <a:t>gangguan</a:t>
              </a:r>
              <a:r>
                <a:rPr lang="en-ID" sz="2500" b="1" dirty="0">
                  <a:solidFill>
                    <a:schemeClr val="bg1"/>
                  </a:solidFill>
                  <a:latin typeface="Abadi" panose="020B0604020104020204" pitchFamily="34" charset="0"/>
                </a:rPr>
                <a:t> </a:t>
              </a:r>
              <a:r>
                <a:rPr lang="en-ID" sz="2500" b="1" dirty="0" err="1">
                  <a:solidFill>
                    <a:schemeClr val="bg1"/>
                  </a:solidFill>
                  <a:latin typeface="Abadi" panose="020B0604020104020204" pitchFamily="34" charset="0"/>
                </a:rPr>
                <a:t>akibat</a:t>
              </a:r>
              <a:r>
                <a:rPr lang="en-ID" sz="2500" b="1" dirty="0">
                  <a:solidFill>
                    <a:schemeClr val="bg1"/>
                  </a:solidFill>
                  <a:latin typeface="Abadi" panose="020B0604020104020204" pitchFamily="34" charset="0"/>
                </a:rPr>
                <a:t> </a:t>
              </a:r>
              <a:r>
                <a:rPr lang="en-ID" sz="2500" b="1" dirty="0" err="1">
                  <a:solidFill>
                    <a:schemeClr val="bg1"/>
                  </a:solidFill>
                  <a:latin typeface="Abadi" panose="020B0604020104020204" pitchFamily="34" charset="0"/>
                </a:rPr>
                <a:t>penumpukan</a:t>
              </a:r>
              <a:r>
                <a:rPr lang="en-ID" sz="2500" b="1" dirty="0">
                  <a:solidFill>
                    <a:schemeClr val="bg1"/>
                  </a:solidFill>
                  <a:latin typeface="Abadi" panose="020B0604020104020204" pitchFamily="34" charset="0"/>
                </a:rPr>
                <a:t> </a:t>
              </a:r>
              <a:r>
                <a:rPr lang="en-ID" sz="2500" b="1" dirty="0" err="1">
                  <a:solidFill>
                    <a:schemeClr val="bg1"/>
                  </a:solidFill>
                  <a:latin typeface="Abadi" panose="020B0604020104020204" pitchFamily="34" charset="0"/>
                </a:rPr>
                <a:t>sampah</a:t>
              </a:r>
              <a:r>
                <a:rPr lang="en-ID" sz="2500" b="1" dirty="0">
                  <a:solidFill>
                    <a:schemeClr val="bg1"/>
                  </a:solidFill>
                  <a:latin typeface="Abadi" panose="020B0604020104020204" pitchFamily="34" charset="0"/>
                </a:rPr>
                <a:t> yang </a:t>
              </a:r>
              <a:r>
                <a:rPr lang="en-ID" sz="2500" b="1" dirty="0" err="1">
                  <a:solidFill>
                    <a:schemeClr val="bg1"/>
                  </a:solidFill>
                  <a:latin typeface="Abadi" panose="020B0604020104020204" pitchFamily="34" charset="0"/>
                </a:rPr>
                <a:t>tidak</a:t>
              </a:r>
              <a:r>
                <a:rPr lang="en-ID" sz="2500" b="1" dirty="0">
                  <a:solidFill>
                    <a:schemeClr val="bg1"/>
                  </a:solidFill>
                  <a:latin typeface="Abadi" panose="020B0604020104020204" pitchFamily="34" charset="0"/>
                </a:rPr>
                <a:t> </a:t>
              </a:r>
              <a:r>
                <a:rPr lang="en-ID" sz="2500" b="1" dirty="0" err="1">
                  <a:solidFill>
                    <a:schemeClr val="bg1"/>
                  </a:solidFill>
                  <a:latin typeface="Abadi" panose="020B0604020104020204" pitchFamily="34" charset="0"/>
                </a:rPr>
                <a:t>terkelola</a:t>
              </a:r>
              <a:r>
                <a:rPr lang="en-ID" sz="2500" b="1" dirty="0">
                  <a:solidFill>
                    <a:schemeClr val="bg1"/>
                  </a:solidFill>
                  <a:latin typeface="Abadi" panose="020B0604020104020204" pitchFamily="34" charset="0"/>
                </a:rPr>
                <a:t>, yang </a:t>
              </a:r>
              <a:r>
                <a:rPr lang="en-ID" sz="2500" b="1" dirty="0" err="1">
                  <a:solidFill>
                    <a:schemeClr val="bg1"/>
                  </a:solidFill>
                  <a:latin typeface="Abadi" panose="020B0604020104020204" pitchFamily="34" charset="0"/>
                </a:rPr>
                <a:t>melepaskan</a:t>
              </a:r>
              <a:r>
                <a:rPr lang="en-ID" sz="2500" b="1" dirty="0">
                  <a:solidFill>
                    <a:schemeClr val="bg1"/>
                  </a:solidFill>
                  <a:latin typeface="Abadi" panose="020B0604020104020204" pitchFamily="34" charset="0"/>
                </a:rPr>
                <a:t> gas </a:t>
              </a:r>
              <a:r>
                <a:rPr lang="en-ID" sz="2500" b="1" dirty="0" err="1">
                  <a:solidFill>
                    <a:schemeClr val="bg1"/>
                  </a:solidFill>
                  <a:latin typeface="Abadi" panose="020B0604020104020204" pitchFamily="34" charset="0"/>
                </a:rPr>
                <a:t>rumah</a:t>
              </a:r>
              <a:r>
                <a:rPr lang="en-ID" sz="2500" b="1" dirty="0">
                  <a:solidFill>
                    <a:schemeClr val="bg1"/>
                  </a:solidFill>
                  <a:latin typeface="Abadi" panose="020B0604020104020204" pitchFamily="34" charset="0"/>
                </a:rPr>
                <a:t> </a:t>
              </a:r>
              <a:r>
                <a:rPr lang="en-ID" sz="2500" b="1" dirty="0" err="1">
                  <a:solidFill>
                    <a:schemeClr val="bg1"/>
                  </a:solidFill>
                  <a:latin typeface="Abadi" panose="020B0604020104020204" pitchFamily="34" charset="0"/>
                </a:rPr>
                <a:t>kaca</a:t>
              </a:r>
              <a:r>
                <a:rPr lang="en-ID" sz="2500" b="1" dirty="0">
                  <a:solidFill>
                    <a:schemeClr val="bg1"/>
                  </a:solidFill>
                  <a:latin typeface="Abadi" panose="020B0604020104020204" pitchFamily="34" charset="0"/>
                </a:rPr>
                <a:t> </a:t>
              </a:r>
              <a:r>
                <a:rPr lang="en-ID" sz="2500" b="1" dirty="0" err="1">
                  <a:solidFill>
                    <a:schemeClr val="bg1"/>
                  </a:solidFill>
                  <a:latin typeface="Abadi" panose="020B0604020104020204" pitchFamily="34" charset="0"/>
                </a:rPr>
                <a:t>ke</a:t>
              </a:r>
              <a:r>
                <a:rPr lang="en-ID" sz="2500" b="1" dirty="0">
                  <a:solidFill>
                    <a:schemeClr val="bg1"/>
                  </a:solidFill>
                  <a:latin typeface="Abadi" panose="020B0604020104020204" pitchFamily="34" charset="0"/>
                </a:rPr>
                <a:t> </a:t>
              </a:r>
              <a:r>
                <a:rPr lang="en-ID" sz="2500" b="1" dirty="0" err="1">
                  <a:solidFill>
                    <a:schemeClr val="bg1"/>
                  </a:solidFill>
                  <a:latin typeface="Abadi" panose="020B0604020104020204" pitchFamily="34" charset="0"/>
                </a:rPr>
                <a:t>atmosfer</a:t>
              </a:r>
              <a:r>
                <a:rPr lang="en-ID" sz="2500" b="1" dirty="0">
                  <a:solidFill>
                    <a:schemeClr val="bg1"/>
                  </a:solidFill>
                  <a:latin typeface="Abadi" panose="020B0604020104020204" pitchFamily="34" charset="0"/>
                </a:rPr>
                <a:t>. </a:t>
              </a:r>
              <a:r>
                <a:rPr lang="en-ID" sz="2500" b="1" dirty="0" err="1">
                  <a:solidFill>
                    <a:schemeClr val="bg1"/>
                  </a:solidFill>
                  <a:latin typeface="Abadi" panose="020B0604020104020204" pitchFamily="34" charset="0"/>
                </a:rPr>
                <a:t>Memahami</a:t>
              </a:r>
              <a:r>
                <a:rPr lang="en-ID" sz="2500" b="1" dirty="0">
                  <a:solidFill>
                    <a:schemeClr val="bg1"/>
                  </a:solidFill>
                  <a:latin typeface="Abadi" panose="020B0604020104020204" pitchFamily="34" charset="0"/>
                </a:rPr>
                <a:t> </a:t>
              </a:r>
              <a:r>
                <a:rPr lang="en-ID" sz="2500" b="1" dirty="0" err="1">
                  <a:solidFill>
                    <a:schemeClr val="bg1"/>
                  </a:solidFill>
                  <a:latin typeface="Abadi" panose="020B0604020104020204" pitchFamily="34" charset="0"/>
                </a:rPr>
                <a:t>iklim</a:t>
              </a:r>
              <a:r>
                <a:rPr lang="en-ID" sz="2500" b="1" dirty="0">
                  <a:solidFill>
                    <a:schemeClr val="bg1"/>
                  </a:solidFill>
                  <a:latin typeface="Abadi" panose="020B0604020104020204" pitchFamily="34" charset="0"/>
                </a:rPr>
                <a:t> </a:t>
              </a:r>
              <a:r>
                <a:rPr lang="en-ID" sz="2500" b="1" dirty="0" err="1">
                  <a:solidFill>
                    <a:schemeClr val="bg1"/>
                  </a:solidFill>
                  <a:latin typeface="Abadi" panose="020B0604020104020204" pitchFamily="34" charset="0"/>
                </a:rPr>
                <a:t>berarti</a:t>
              </a:r>
              <a:r>
                <a:rPr lang="en-ID" sz="2500" b="1" dirty="0">
                  <a:solidFill>
                    <a:schemeClr val="bg1"/>
                  </a:solidFill>
                  <a:latin typeface="Abadi" panose="020B0604020104020204" pitchFamily="34" charset="0"/>
                </a:rPr>
                <a:t> </a:t>
              </a:r>
              <a:r>
                <a:rPr lang="en-ID" sz="2500" b="1" dirty="0" err="1">
                  <a:solidFill>
                    <a:schemeClr val="bg1"/>
                  </a:solidFill>
                  <a:latin typeface="Abadi" panose="020B0604020104020204" pitchFamily="34" charset="0"/>
                </a:rPr>
                <a:t>memahami</a:t>
              </a:r>
              <a:r>
                <a:rPr lang="en-ID" sz="2500" b="1" dirty="0">
                  <a:solidFill>
                    <a:schemeClr val="bg1"/>
                  </a:solidFill>
                  <a:latin typeface="Abadi" panose="020B0604020104020204" pitchFamily="34" charset="0"/>
                </a:rPr>
                <a:t> </a:t>
              </a:r>
              <a:r>
                <a:rPr lang="en-ID" sz="2500" b="1" dirty="0" err="1">
                  <a:solidFill>
                    <a:schemeClr val="bg1"/>
                  </a:solidFill>
                  <a:latin typeface="Abadi" panose="020B0604020104020204" pitchFamily="34" charset="0"/>
                </a:rPr>
                <a:t>pentingnya</a:t>
              </a:r>
              <a:r>
                <a:rPr lang="en-ID" sz="2500" b="1" dirty="0">
                  <a:solidFill>
                    <a:schemeClr val="bg1"/>
                  </a:solidFill>
                  <a:latin typeface="Abadi" panose="020B0604020104020204" pitchFamily="34" charset="0"/>
                </a:rPr>
                <a:t> </a:t>
              </a:r>
              <a:r>
                <a:rPr lang="en-ID" sz="2500" b="1" dirty="0" err="1">
                  <a:solidFill>
                    <a:schemeClr val="bg1"/>
                  </a:solidFill>
                  <a:latin typeface="Abadi" panose="020B0604020104020204" pitchFamily="34" charset="0"/>
                </a:rPr>
                <a:t>pola</a:t>
              </a:r>
              <a:r>
                <a:rPr lang="en-ID" sz="2500" b="1" dirty="0">
                  <a:solidFill>
                    <a:schemeClr val="bg1"/>
                  </a:solidFill>
                  <a:latin typeface="Abadi" panose="020B0604020104020204" pitchFamily="34" charset="0"/>
                </a:rPr>
                <a:t> </a:t>
              </a:r>
              <a:r>
                <a:rPr lang="en-ID" sz="2500" b="1" dirty="0" err="1">
                  <a:solidFill>
                    <a:schemeClr val="bg1"/>
                  </a:solidFill>
                  <a:latin typeface="Abadi" panose="020B0604020104020204" pitchFamily="34" charset="0"/>
                </a:rPr>
                <a:t>konsumsi</a:t>
              </a:r>
              <a:r>
                <a:rPr lang="en-ID" sz="2500" b="1" dirty="0">
                  <a:solidFill>
                    <a:schemeClr val="bg1"/>
                  </a:solidFill>
                  <a:latin typeface="Abadi" panose="020B0604020104020204" pitchFamily="34" charset="0"/>
                </a:rPr>
                <a:t> </a:t>
              </a:r>
              <a:r>
                <a:rPr lang="en-ID" sz="2500" b="1" dirty="0" err="1">
                  <a:solidFill>
                    <a:schemeClr val="bg1"/>
                  </a:solidFill>
                  <a:latin typeface="Abadi" panose="020B0604020104020204" pitchFamily="34" charset="0"/>
                </a:rPr>
                <a:t>kita</a:t>
              </a:r>
              <a:r>
                <a:rPr lang="en-ID" sz="2500" b="1" dirty="0">
                  <a:solidFill>
                    <a:schemeClr val="bg1"/>
                  </a:solidFill>
                  <a:latin typeface="Abadi" panose="020B0604020104020204" pitchFamily="34" charset="0"/>
                </a:rPr>
                <a:t> </a:t>
              </a:r>
              <a:r>
                <a:rPr lang="en-ID" sz="2500" b="1" dirty="0" err="1">
                  <a:solidFill>
                    <a:schemeClr val="bg1"/>
                  </a:solidFill>
                  <a:latin typeface="Abadi" panose="020B0604020104020204" pitchFamily="34" charset="0"/>
                </a:rPr>
                <a:t>melalui</a:t>
              </a:r>
              <a:r>
                <a:rPr lang="en-ID" sz="2500" b="1" dirty="0">
                  <a:solidFill>
                    <a:schemeClr val="bg1"/>
                  </a:solidFill>
                  <a:latin typeface="Abadi" panose="020B0604020104020204" pitchFamily="34" charset="0"/>
                </a:rPr>
                <a:t> </a:t>
              </a:r>
              <a:r>
                <a:rPr lang="en-ID" sz="2500" b="1" dirty="0" err="1">
                  <a:solidFill>
                    <a:schemeClr val="bg1"/>
                  </a:solidFill>
                  <a:latin typeface="Abadi" panose="020B0604020104020204" pitchFamily="34" charset="0"/>
                </a:rPr>
                <a:t>prinsip</a:t>
              </a:r>
              <a:r>
                <a:rPr lang="en-ID" sz="2500" b="1" dirty="0">
                  <a:solidFill>
                    <a:schemeClr val="bg1"/>
                  </a:solidFill>
                  <a:latin typeface="Abadi" panose="020B0604020104020204" pitchFamily="34" charset="0"/>
                </a:rPr>
                <a:t> 4R.</a:t>
              </a:r>
            </a:p>
          </p:txBody>
        </p:sp>
        <p:pic>
          <p:nvPicPr>
            <p:cNvPr id="4100" name="Picture 4" descr="Freezing Cold Face Emoji PNG | Icy Winter Icon">
              <a:extLst>
                <a:ext uri="{FF2B5EF4-FFF2-40B4-BE49-F238E27FC236}">
                  <a16:creationId xmlns:a16="http://schemas.microsoft.com/office/drawing/2014/main" id="{6D7A1A7C-1304-4087-991D-0355491E85F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6">
              <a:extLst>
                <a:ext uri="{BEBA8EAE-BF5A-486C-A8C5-ECC9F3942E4B}">
                  <a14:imgProps xmlns:a14="http://schemas.microsoft.com/office/drawing/2010/main">
                    <a14:imgLayer r:embed="rId17">
                      <a14:imgEffect>
                        <a14:backgroundRemoval t="4219" b="94375" l="7500" r="91875">
                          <a14:foregroundMark x1="33516" y1="8203" x2="33516" y2="8203"/>
                          <a14:foregroundMark x1="42266" y1="6250" x2="42266" y2="6250"/>
                          <a14:foregroundMark x1="50078" y1="5156" x2="50078" y2="5156"/>
                          <a14:foregroundMark x1="55937" y1="4766" x2="55937" y2="4766"/>
                          <a14:foregroundMark x1="62266" y1="6875" x2="62266" y2="6875"/>
                          <a14:foregroundMark x1="7578" y1="40156" x2="16406" y2="21250"/>
                          <a14:foregroundMark x1="16406" y1="21250" x2="28438" y2="11094"/>
                          <a14:foregroundMark x1="28438" y1="11094" x2="52500" y2="5703"/>
                          <a14:foregroundMark x1="52500" y1="5703" x2="59609" y2="5938"/>
                          <a14:foregroundMark x1="59609" y1="5938" x2="78125" y2="15469"/>
                          <a14:foregroundMark x1="78125" y1="15469" x2="83906" y2="22031"/>
                          <a14:foregroundMark x1="83906" y1="22031" x2="87813" y2="38672"/>
                          <a14:foregroundMark x1="87813" y1="38672" x2="84453" y2="59062"/>
                          <a14:foregroundMark x1="84453" y1="59062" x2="83984" y2="58672"/>
                          <a14:foregroundMark x1="32188" y1="7969" x2="50078" y2="4219"/>
                          <a14:foregroundMark x1="50078" y1="4219" x2="52344" y2="4609"/>
                          <a14:foregroundMark x1="9141" y1="38125" x2="9766" y2="56875"/>
                          <a14:foregroundMark x1="9766" y1="56875" x2="16406" y2="81875"/>
                          <a14:foregroundMark x1="16406" y1="81875" x2="23672" y2="87109"/>
                          <a14:foregroundMark x1="23672" y1="87109" x2="31094" y2="84453"/>
                          <a14:foregroundMark x1="31094" y1="84453" x2="40313" y2="83906"/>
                          <a14:foregroundMark x1="40313" y1="83906" x2="62266" y2="86328"/>
                          <a14:foregroundMark x1="62266" y1="86328" x2="71016" y2="85156"/>
                          <a14:foregroundMark x1="86250" y1="24766" x2="92031" y2="47578"/>
                          <a14:foregroundMark x1="92031" y1="47578" x2="87500" y2="66641"/>
                          <a14:foregroundMark x1="87500" y1="66641" x2="76719" y2="88594"/>
                          <a14:foregroundMark x1="73125" y1="83594" x2="75938" y2="91016"/>
                          <a14:foregroundMark x1="75938" y1="91016" x2="80547" y2="85391"/>
                          <a14:foregroundMark x1="80547" y1="85391" x2="80313" y2="82266"/>
                          <a14:foregroundMark x1="80703" y1="85703" x2="79844" y2="94375"/>
                          <a14:foregroundMark x1="79844" y1="94375" x2="75625" y2="90469"/>
                          <a14:foregroundMark x1="73672" y1="85547" x2="56094" y2="90703"/>
                          <a14:foregroundMark x1="56094" y1="90703" x2="30391" y2="88906"/>
                          <a14:foregroundMark x1="30391" y1="88906" x2="23203" y2="84609"/>
                          <a14:foregroundMark x1="23203" y1="84609" x2="20156" y2="91719"/>
                          <a14:foregroundMark x1="20156" y1="91719" x2="16328" y2="85781"/>
                          <a14:foregroundMark x1="16328" y1="85781" x2="15234" y2="84766"/>
                          <a14:foregroundMark x1="45703" y1="88203" x2="53672" y2="87656"/>
                          <a14:foregroundMark x1="53672" y1="87656" x2="54609" y2="87969"/>
                          <a14:foregroundMark x1="56563" y1="91406" x2="63203" y2="89141"/>
                          <a14:foregroundMark x1="43750" y1="91406" x2="40156" y2="89297"/>
                          <a14:foregroundMark x1="34063" y1="89531" x2="31406" y2="88359"/>
                          <a14:foregroundMark x1="25859" y1="87266" x2="20000" y2="91953"/>
                          <a14:foregroundMark x1="20000" y1="91953" x2="17891" y2="87266"/>
                          <a14:foregroundMark x1="30859" y1="89531" x2="37109" y2="88359"/>
                          <a14:foregroundMark x1="17266" y1="88359" x2="22422" y2="89922"/>
                          <a14:foregroundMark x1="16719" y1="88594" x2="21484" y2="89531"/>
                          <a14:foregroundMark x1="17891" y1="91250" x2="17891" y2="91250"/>
                          <a14:foregroundMark x1="17109" y1="89688" x2="21875" y2="89297"/>
                          <a14:foregroundMark x1="31953" y1="89297" x2="36563" y2="88203"/>
                          <a14:foregroundMark x1="30078" y1="88750" x2="36406" y2="91641"/>
                          <a14:foregroundMark x1="36406" y1="91641" x2="37891" y2="87422"/>
                          <a14:foregroundMark x1="25859" y1="56953" x2="71563" y2="59297"/>
                          <a14:foregroundMark x1="71563" y1="59297" x2="64297" y2="63125"/>
                          <a14:foregroundMark x1="64297" y1="63125" x2="23750" y2="62500"/>
                          <a14:foregroundMark x1="24531" y1="62266" x2="59062" y2="65938"/>
                          <a14:foregroundMark x1="59062" y1="65938" x2="75000" y2="64922"/>
                          <a14:foregroundMark x1="26797" y1="55391" x2="28359" y2="70078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560719">
              <a:off x="1703150" y="598208"/>
              <a:ext cx="1869311" cy="186931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736C85AB-102B-427F-9121-F749742699D9}"/>
              </a:ext>
            </a:extLst>
          </p:cNvPr>
          <p:cNvGrpSpPr/>
          <p:nvPr/>
        </p:nvGrpSpPr>
        <p:grpSpPr>
          <a:xfrm>
            <a:off x="11876011" y="1172048"/>
            <a:ext cx="8635409" cy="5193264"/>
            <a:chOff x="1456836" y="1172048"/>
            <a:chExt cx="8635409" cy="5193264"/>
          </a:xfrm>
        </p:grpSpPr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67DCA6A3-CE54-4B76-9E65-D4CC8D945F40}"/>
                </a:ext>
              </a:extLst>
            </p:cNvPr>
            <p:cNvGrpSpPr/>
            <p:nvPr/>
          </p:nvGrpSpPr>
          <p:grpSpPr>
            <a:xfrm>
              <a:off x="2561330" y="1172048"/>
              <a:ext cx="7530915" cy="4638864"/>
              <a:chOff x="2561330" y="1172048"/>
              <a:chExt cx="7530915" cy="4638864"/>
            </a:xfrm>
          </p:grpSpPr>
          <p:sp>
            <p:nvSpPr>
              <p:cNvPr id="38" name="Rectangle: Rounded Corners 37">
                <a:extLst>
                  <a:ext uri="{FF2B5EF4-FFF2-40B4-BE49-F238E27FC236}">
                    <a16:creationId xmlns:a16="http://schemas.microsoft.com/office/drawing/2014/main" id="{F27D4A7F-788F-4690-BEE4-6F2E3C2317D2}"/>
                  </a:ext>
                </a:extLst>
              </p:cNvPr>
              <p:cNvSpPr/>
              <p:nvPr/>
            </p:nvSpPr>
            <p:spPr>
              <a:xfrm>
                <a:off x="2561330" y="1172048"/>
                <a:ext cx="7530915" cy="4638864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D"/>
              </a:p>
            </p:txBody>
          </p:sp>
          <p:sp>
            <p:nvSpPr>
              <p:cNvPr id="39" name="Rectangle: Rounded Corners 38">
                <a:extLst>
                  <a:ext uri="{FF2B5EF4-FFF2-40B4-BE49-F238E27FC236}">
                    <a16:creationId xmlns:a16="http://schemas.microsoft.com/office/drawing/2014/main" id="{260D7A74-B3AD-45A7-895A-82D40FDE0B15}"/>
                  </a:ext>
                </a:extLst>
              </p:cNvPr>
              <p:cNvSpPr/>
              <p:nvPr/>
            </p:nvSpPr>
            <p:spPr>
              <a:xfrm>
                <a:off x="2663346" y="1330989"/>
                <a:ext cx="7294482" cy="4315774"/>
              </a:xfrm>
              <a:prstGeom prst="roundRect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D"/>
              </a:p>
            </p:txBody>
          </p:sp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37CDF4E1-13A7-4DE0-AB52-C6CB9021A21A}"/>
                  </a:ext>
                </a:extLst>
              </p:cNvPr>
              <p:cNvSpPr txBox="1"/>
              <p:nvPr/>
            </p:nvSpPr>
            <p:spPr>
              <a:xfrm>
                <a:off x="3916221" y="1583567"/>
                <a:ext cx="4883987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4000" i="1" dirty="0" err="1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Bauhaus 93" panose="04030905020B02020C02" pitchFamily="82" charset="0"/>
                  </a:rPr>
                  <a:t>Apa</a:t>
                </a:r>
                <a:r>
                  <a:rPr lang="en-US" sz="4000" i="1" dirty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Bauhaus 93" panose="04030905020B02020C02" pitchFamily="82" charset="0"/>
                  </a:rPr>
                  <a:t> </a:t>
                </a:r>
                <a:r>
                  <a:rPr lang="en-US" sz="4000" i="1" dirty="0" err="1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Bauhaus 93" panose="04030905020B02020C02" pitchFamily="82" charset="0"/>
                  </a:rPr>
                  <a:t>itu</a:t>
                </a:r>
                <a:r>
                  <a:rPr lang="en-US" sz="4000" i="1" dirty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Bauhaus 93" panose="04030905020B02020C02" pitchFamily="82" charset="0"/>
                  </a:rPr>
                  <a:t> </a:t>
                </a:r>
                <a:r>
                  <a:rPr lang="en-US" sz="4000" i="1" dirty="0" err="1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Bauhaus 93" panose="04030905020B02020C02" pitchFamily="82" charset="0"/>
                  </a:rPr>
                  <a:t>Prinsip</a:t>
                </a:r>
                <a:r>
                  <a:rPr lang="en-US" sz="4000" i="1" dirty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Bauhaus 93" panose="04030905020B02020C02" pitchFamily="82" charset="0"/>
                  </a:rPr>
                  <a:t> 4R?</a:t>
                </a:r>
                <a:endParaRPr lang="en-ID" sz="4000" i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Bauhaus 93" panose="04030905020B02020C02" pitchFamily="82" charset="0"/>
                </a:endParaRPr>
              </a:p>
            </p:txBody>
          </p:sp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C4A71868-608E-427E-BCB9-1CE8BAA72909}"/>
                  </a:ext>
                </a:extLst>
              </p:cNvPr>
              <p:cNvSpPr txBox="1"/>
              <p:nvPr/>
            </p:nvSpPr>
            <p:spPr>
              <a:xfrm>
                <a:off x="3157846" y="2332611"/>
                <a:ext cx="6700453" cy="31700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D" sz="2000" b="1" i="0" dirty="0" err="1">
                    <a:solidFill>
                      <a:schemeClr val="bg1"/>
                    </a:solidFill>
                    <a:effectLst/>
                    <a:latin typeface="Google Sans"/>
                  </a:rPr>
                  <a:t>adalah</a:t>
                </a:r>
                <a:r>
                  <a:rPr lang="en-ID" sz="2000" b="1" i="0" dirty="0">
                    <a:solidFill>
                      <a:schemeClr val="bg1"/>
                    </a:solidFill>
                    <a:effectLst/>
                    <a:latin typeface="Google Sans"/>
                  </a:rPr>
                  <a:t> </a:t>
                </a:r>
                <a:r>
                  <a:rPr lang="en-ID" sz="2000" b="1" i="0" dirty="0" err="1">
                    <a:solidFill>
                      <a:schemeClr val="bg1"/>
                    </a:solidFill>
                    <a:effectLst/>
                    <a:latin typeface="Google Sans"/>
                  </a:rPr>
                  <a:t>prinsip</a:t>
                </a:r>
                <a:r>
                  <a:rPr lang="en-ID" sz="2000" b="1" i="0" dirty="0">
                    <a:solidFill>
                      <a:schemeClr val="bg1"/>
                    </a:solidFill>
                    <a:effectLst/>
                    <a:latin typeface="Google Sans"/>
                  </a:rPr>
                  <a:t> </a:t>
                </a:r>
                <a:r>
                  <a:rPr lang="en-ID" sz="2000" b="1" i="0" dirty="0" err="1">
                    <a:solidFill>
                      <a:schemeClr val="bg1"/>
                    </a:solidFill>
                    <a:effectLst/>
                    <a:latin typeface="Google Sans"/>
                  </a:rPr>
                  <a:t>pengelolaan</a:t>
                </a:r>
                <a:r>
                  <a:rPr lang="en-ID" sz="2000" b="1" i="0" dirty="0">
                    <a:solidFill>
                      <a:schemeClr val="bg1"/>
                    </a:solidFill>
                    <a:effectLst/>
                    <a:latin typeface="Google Sans"/>
                  </a:rPr>
                  <a:t> </a:t>
                </a:r>
                <a:r>
                  <a:rPr lang="en-ID" sz="2000" b="1" i="0" dirty="0" err="1">
                    <a:solidFill>
                      <a:schemeClr val="bg1"/>
                    </a:solidFill>
                    <a:effectLst/>
                    <a:latin typeface="Google Sans"/>
                  </a:rPr>
                  <a:t>sampah</a:t>
                </a:r>
                <a:r>
                  <a:rPr lang="en-ID" sz="2000" b="1" i="0" dirty="0">
                    <a:solidFill>
                      <a:schemeClr val="bg1"/>
                    </a:solidFill>
                    <a:effectLst/>
                    <a:latin typeface="Google Sans"/>
                  </a:rPr>
                  <a:t> yang </a:t>
                </a:r>
                <a:r>
                  <a:rPr lang="en-ID" sz="2000" b="1" i="0" dirty="0" err="1">
                    <a:solidFill>
                      <a:schemeClr val="bg1"/>
                    </a:solidFill>
                    <a:effectLst/>
                    <a:latin typeface="Google Sans"/>
                  </a:rPr>
                  <a:t>meliputi</a:t>
                </a:r>
                <a:r>
                  <a:rPr lang="en-ID" sz="2000" b="1" i="0" dirty="0">
                    <a:solidFill>
                      <a:schemeClr val="bg1"/>
                    </a:solidFill>
                    <a:effectLst/>
                    <a:latin typeface="Google Sans"/>
                  </a:rPr>
                  <a:t> Reduce (</a:t>
                </a:r>
                <a:r>
                  <a:rPr lang="en-ID" sz="2000" b="1" i="0" dirty="0" err="1">
                    <a:solidFill>
                      <a:schemeClr val="bg1"/>
                    </a:solidFill>
                    <a:effectLst/>
                    <a:latin typeface="Google Sans"/>
                  </a:rPr>
                  <a:t>Mengurangi</a:t>
                </a:r>
                <a:r>
                  <a:rPr lang="en-ID" sz="2000" b="1" i="0" dirty="0">
                    <a:solidFill>
                      <a:schemeClr val="bg1"/>
                    </a:solidFill>
                    <a:effectLst/>
                    <a:latin typeface="Google Sans"/>
                  </a:rPr>
                  <a:t>), Reuse (</a:t>
                </a:r>
                <a:r>
                  <a:rPr lang="en-ID" sz="2000" b="1" i="0" dirty="0" err="1">
                    <a:solidFill>
                      <a:schemeClr val="bg1"/>
                    </a:solidFill>
                    <a:effectLst/>
                    <a:latin typeface="Google Sans"/>
                  </a:rPr>
                  <a:t>Menggunakan</a:t>
                </a:r>
                <a:r>
                  <a:rPr lang="en-ID" sz="2000" b="1" i="0" dirty="0">
                    <a:solidFill>
                      <a:schemeClr val="bg1"/>
                    </a:solidFill>
                    <a:effectLst/>
                    <a:latin typeface="Google Sans"/>
                  </a:rPr>
                  <a:t> Kembali), Recycle (</a:t>
                </a:r>
                <a:r>
                  <a:rPr lang="en-ID" sz="2000" b="1" i="0" dirty="0" err="1">
                    <a:solidFill>
                      <a:schemeClr val="bg1"/>
                    </a:solidFill>
                    <a:effectLst/>
                    <a:latin typeface="Google Sans"/>
                  </a:rPr>
                  <a:t>Mendaur</a:t>
                </a:r>
                <a:r>
                  <a:rPr lang="en-ID" sz="2000" b="1" i="0" dirty="0">
                    <a:solidFill>
                      <a:schemeClr val="bg1"/>
                    </a:solidFill>
                    <a:effectLst/>
                    <a:latin typeface="Google Sans"/>
                  </a:rPr>
                  <a:t> </a:t>
                </a:r>
                <a:r>
                  <a:rPr lang="en-ID" sz="2000" b="1" i="0" dirty="0" err="1">
                    <a:solidFill>
                      <a:schemeClr val="bg1"/>
                    </a:solidFill>
                    <a:effectLst/>
                    <a:latin typeface="Google Sans"/>
                  </a:rPr>
                  <a:t>Ulang</a:t>
                </a:r>
                <a:r>
                  <a:rPr lang="en-ID" sz="2000" b="1" i="0" dirty="0">
                    <a:solidFill>
                      <a:schemeClr val="bg1"/>
                    </a:solidFill>
                    <a:effectLst/>
                    <a:latin typeface="Google Sans"/>
                  </a:rPr>
                  <a:t>), dan Replace (</a:t>
                </a:r>
                <a:r>
                  <a:rPr lang="en-ID" sz="2000" b="1" i="0" dirty="0" err="1">
                    <a:solidFill>
                      <a:schemeClr val="bg1"/>
                    </a:solidFill>
                    <a:effectLst/>
                    <a:latin typeface="Google Sans"/>
                  </a:rPr>
                  <a:t>Mengganti</a:t>
                </a:r>
                <a:r>
                  <a:rPr lang="en-ID" sz="2000" b="1" i="0" dirty="0">
                    <a:solidFill>
                      <a:schemeClr val="bg1"/>
                    </a:solidFill>
                    <a:effectLst/>
                    <a:latin typeface="Google Sans"/>
                  </a:rPr>
                  <a:t>), yang </a:t>
                </a:r>
                <a:r>
                  <a:rPr lang="en-ID" sz="2000" b="1" i="0" dirty="0" err="1">
                    <a:solidFill>
                      <a:schemeClr val="bg1"/>
                    </a:solidFill>
                    <a:effectLst/>
                    <a:latin typeface="Google Sans"/>
                  </a:rPr>
                  <a:t>bertujuan</a:t>
                </a:r>
                <a:r>
                  <a:rPr lang="en-ID" sz="2000" b="1" i="0" dirty="0">
                    <a:solidFill>
                      <a:schemeClr val="bg1"/>
                    </a:solidFill>
                    <a:effectLst/>
                    <a:latin typeface="Google Sans"/>
                  </a:rPr>
                  <a:t> </a:t>
                </a:r>
                <a:r>
                  <a:rPr lang="en-ID" sz="2000" b="1" i="0" dirty="0" err="1">
                    <a:solidFill>
                      <a:schemeClr val="bg1"/>
                    </a:solidFill>
                    <a:effectLst/>
                    <a:latin typeface="Google Sans"/>
                  </a:rPr>
                  <a:t>mengurangi</a:t>
                </a:r>
                <a:r>
                  <a:rPr lang="en-ID" sz="2000" b="1" i="0" dirty="0">
                    <a:solidFill>
                      <a:schemeClr val="bg1"/>
                    </a:solidFill>
                    <a:effectLst/>
                    <a:latin typeface="Google Sans"/>
                  </a:rPr>
                  <a:t> </a:t>
                </a:r>
                <a:r>
                  <a:rPr lang="en-ID" sz="2000" b="1" i="0" dirty="0" err="1">
                    <a:solidFill>
                      <a:schemeClr val="bg1"/>
                    </a:solidFill>
                    <a:effectLst/>
                    <a:latin typeface="Google Sans"/>
                  </a:rPr>
                  <a:t>sampah</a:t>
                </a:r>
                <a:r>
                  <a:rPr lang="en-ID" sz="2000" b="1" i="0" dirty="0">
                    <a:solidFill>
                      <a:schemeClr val="bg1"/>
                    </a:solidFill>
                    <a:effectLst/>
                    <a:latin typeface="Google Sans"/>
                  </a:rPr>
                  <a:t> dan </a:t>
                </a:r>
                <a:r>
                  <a:rPr lang="en-ID" sz="2000" b="1" i="0" dirty="0" err="1">
                    <a:solidFill>
                      <a:schemeClr val="bg1"/>
                    </a:solidFill>
                    <a:effectLst/>
                    <a:latin typeface="Google Sans"/>
                  </a:rPr>
                  <a:t>dampak</a:t>
                </a:r>
                <a:r>
                  <a:rPr lang="en-ID" sz="2000" b="1" i="0" dirty="0">
                    <a:solidFill>
                      <a:schemeClr val="bg1"/>
                    </a:solidFill>
                    <a:effectLst/>
                    <a:latin typeface="Google Sans"/>
                  </a:rPr>
                  <a:t> </a:t>
                </a:r>
                <a:r>
                  <a:rPr lang="en-ID" sz="2000" b="1" i="0" dirty="0" err="1">
                    <a:solidFill>
                      <a:schemeClr val="bg1"/>
                    </a:solidFill>
                    <a:effectLst/>
                    <a:latin typeface="Google Sans"/>
                  </a:rPr>
                  <a:t>negatifnya</a:t>
                </a:r>
                <a:r>
                  <a:rPr lang="en-ID" sz="2000" b="1" i="0" dirty="0">
                    <a:solidFill>
                      <a:schemeClr val="bg1"/>
                    </a:solidFill>
                    <a:effectLst/>
                    <a:latin typeface="Google Sans"/>
                  </a:rPr>
                  <a:t> </a:t>
                </a:r>
                <a:r>
                  <a:rPr lang="en-ID" sz="2000" b="1" i="0" dirty="0" err="1">
                    <a:solidFill>
                      <a:schemeClr val="bg1"/>
                    </a:solidFill>
                    <a:effectLst/>
                    <a:latin typeface="Google Sans"/>
                  </a:rPr>
                  <a:t>terhadap</a:t>
                </a:r>
                <a:r>
                  <a:rPr lang="en-ID" sz="2000" b="1" i="0" dirty="0">
                    <a:solidFill>
                      <a:schemeClr val="bg1"/>
                    </a:solidFill>
                    <a:effectLst/>
                    <a:latin typeface="Google Sans"/>
                  </a:rPr>
                  <a:t> </a:t>
                </a:r>
                <a:r>
                  <a:rPr lang="en-ID" sz="2000" b="1" i="0" dirty="0" err="1">
                    <a:solidFill>
                      <a:schemeClr val="bg1"/>
                    </a:solidFill>
                    <a:effectLst/>
                    <a:latin typeface="Google Sans"/>
                  </a:rPr>
                  <a:t>lingkungan</a:t>
                </a:r>
                <a:r>
                  <a:rPr lang="en-ID" sz="2000" b="1" i="0" dirty="0">
                    <a:solidFill>
                      <a:schemeClr val="bg1"/>
                    </a:solidFill>
                    <a:effectLst/>
                    <a:latin typeface="Google Sans"/>
                  </a:rPr>
                  <a:t> </a:t>
                </a:r>
                <a:r>
                  <a:rPr lang="en-ID" sz="2000" b="1" i="0" dirty="0" err="1">
                    <a:solidFill>
                      <a:schemeClr val="bg1"/>
                    </a:solidFill>
                    <a:effectLst/>
                    <a:latin typeface="Google Sans"/>
                  </a:rPr>
                  <a:t>dengan</a:t>
                </a:r>
                <a:r>
                  <a:rPr lang="en-ID" sz="2000" b="1" i="0" dirty="0">
                    <a:solidFill>
                      <a:schemeClr val="bg1"/>
                    </a:solidFill>
                    <a:effectLst/>
                    <a:latin typeface="Google Sans"/>
                  </a:rPr>
                  <a:t> </a:t>
                </a:r>
                <a:r>
                  <a:rPr lang="en-ID" sz="2000" b="1" i="0" dirty="0" err="1">
                    <a:solidFill>
                      <a:schemeClr val="bg1"/>
                    </a:solidFill>
                    <a:effectLst/>
                    <a:latin typeface="Google Sans"/>
                  </a:rPr>
                  <a:t>mengubah</a:t>
                </a:r>
                <a:r>
                  <a:rPr lang="en-ID" sz="2000" b="1" i="0" dirty="0">
                    <a:solidFill>
                      <a:schemeClr val="bg1"/>
                    </a:solidFill>
                    <a:effectLst/>
                    <a:latin typeface="Google Sans"/>
                  </a:rPr>
                  <a:t> </a:t>
                </a:r>
                <a:r>
                  <a:rPr lang="en-ID" sz="2000" b="1" i="0" dirty="0" err="1">
                    <a:solidFill>
                      <a:schemeClr val="bg1"/>
                    </a:solidFill>
                    <a:effectLst/>
                    <a:latin typeface="Google Sans"/>
                  </a:rPr>
                  <a:t>kebiasaan</a:t>
                </a:r>
                <a:r>
                  <a:rPr lang="en-ID" sz="2000" b="1" i="0" dirty="0">
                    <a:solidFill>
                      <a:schemeClr val="bg1"/>
                    </a:solidFill>
                    <a:effectLst/>
                    <a:latin typeface="Google Sans"/>
                  </a:rPr>
                  <a:t> </a:t>
                </a:r>
                <a:r>
                  <a:rPr lang="en-ID" sz="2000" b="1" i="0" dirty="0" err="1">
                    <a:solidFill>
                      <a:schemeClr val="bg1"/>
                    </a:solidFill>
                    <a:effectLst/>
                    <a:latin typeface="Google Sans"/>
                  </a:rPr>
                  <a:t>konsumsi</a:t>
                </a:r>
                <a:r>
                  <a:rPr lang="en-ID" sz="2000" b="1" i="0" dirty="0">
                    <a:solidFill>
                      <a:schemeClr val="bg1"/>
                    </a:solidFill>
                    <a:effectLst/>
                    <a:latin typeface="Google Sans"/>
                  </a:rPr>
                  <a:t> dan </a:t>
                </a:r>
                <a:r>
                  <a:rPr lang="en-ID" sz="2000" b="1" i="0" dirty="0" err="1">
                    <a:solidFill>
                      <a:schemeClr val="bg1"/>
                    </a:solidFill>
                    <a:effectLst/>
                    <a:latin typeface="Abadi" panose="020B0604020104020204" pitchFamily="34" charset="0"/>
                  </a:rPr>
                  <a:t>pengelolaan</a:t>
                </a:r>
                <a:r>
                  <a:rPr lang="en-ID" sz="2000" b="1" i="0" dirty="0">
                    <a:solidFill>
                      <a:schemeClr val="bg1"/>
                    </a:solidFill>
                    <a:effectLst/>
                    <a:latin typeface="Google Sans"/>
                  </a:rPr>
                  <a:t> </a:t>
                </a:r>
                <a:r>
                  <a:rPr lang="en-ID" sz="2000" b="1" i="0" dirty="0" err="1">
                    <a:solidFill>
                      <a:schemeClr val="bg1"/>
                    </a:solidFill>
                    <a:effectLst/>
                    <a:latin typeface="Google Sans"/>
                  </a:rPr>
                  <a:t>limbah</a:t>
                </a:r>
                <a:r>
                  <a:rPr lang="en-ID" sz="2000" b="1" i="0" dirty="0">
                    <a:solidFill>
                      <a:schemeClr val="bg1"/>
                    </a:solidFill>
                    <a:effectLst/>
                    <a:latin typeface="Google Sans"/>
                  </a:rPr>
                  <a:t> </a:t>
                </a:r>
                <a:r>
                  <a:rPr lang="en-ID" sz="2000" b="1" i="0" dirty="0" err="1">
                    <a:solidFill>
                      <a:schemeClr val="bg1"/>
                    </a:solidFill>
                    <a:effectLst/>
                    <a:latin typeface="Google Sans"/>
                  </a:rPr>
                  <a:t>menjadi</a:t>
                </a:r>
                <a:r>
                  <a:rPr lang="en-ID" sz="2000" b="1" i="0" dirty="0">
                    <a:solidFill>
                      <a:schemeClr val="bg1"/>
                    </a:solidFill>
                    <a:effectLst/>
                    <a:latin typeface="Google Sans"/>
                  </a:rPr>
                  <a:t> </a:t>
                </a:r>
                <a:r>
                  <a:rPr lang="en-ID" sz="2000" b="1" i="0" dirty="0" err="1">
                    <a:solidFill>
                      <a:schemeClr val="bg1"/>
                    </a:solidFill>
                    <a:effectLst/>
                    <a:latin typeface="Google Sans"/>
                  </a:rPr>
                  <a:t>lebih</a:t>
                </a:r>
                <a:r>
                  <a:rPr lang="en-ID" sz="2000" b="1" i="0" dirty="0">
                    <a:solidFill>
                      <a:schemeClr val="bg1"/>
                    </a:solidFill>
                    <a:effectLst/>
                    <a:latin typeface="Google Sans"/>
                  </a:rPr>
                  <a:t> </a:t>
                </a:r>
                <a:r>
                  <a:rPr lang="en-ID" sz="2000" b="1" i="0" dirty="0" err="1">
                    <a:solidFill>
                      <a:schemeClr val="bg1"/>
                    </a:solidFill>
                    <a:effectLst/>
                    <a:latin typeface="Google Sans"/>
                  </a:rPr>
                  <a:t>bijak</a:t>
                </a:r>
                <a:r>
                  <a:rPr lang="en-ID" sz="2000" b="1" i="0" dirty="0">
                    <a:solidFill>
                      <a:schemeClr val="bg1"/>
                    </a:solidFill>
                    <a:effectLst/>
                    <a:latin typeface="Google Sans"/>
                  </a:rPr>
                  <a:t> dan </a:t>
                </a:r>
                <a:r>
                  <a:rPr lang="en-ID" sz="2000" b="1" i="0" dirty="0" err="1">
                    <a:solidFill>
                      <a:schemeClr val="bg1"/>
                    </a:solidFill>
                    <a:effectLst/>
                    <a:latin typeface="Google Sans"/>
                  </a:rPr>
                  <a:t>berkelanjutan</a:t>
                </a:r>
                <a:r>
                  <a:rPr lang="en-ID" sz="2000" b="1" i="0" dirty="0">
                    <a:solidFill>
                      <a:schemeClr val="bg1"/>
                    </a:solidFill>
                    <a:effectLst/>
                    <a:latin typeface="Google Sans"/>
                  </a:rPr>
                  <a:t>. </a:t>
                </a:r>
                <a:r>
                  <a:rPr lang="en-ID" sz="2000" b="1" i="0" dirty="0" err="1">
                    <a:solidFill>
                      <a:schemeClr val="bg1"/>
                    </a:solidFill>
                    <a:effectLst/>
                    <a:latin typeface="Google Sans"/>
                  </a:rPr>
                  <a:t>Prinsip</a:t>
                </a:r>
                <a:r>
                  <a:rPr lang="en-ID" sz="2000" b="1" i="0" dirty="0">
                    <a:solidFill>
                      <a:schemeClr val="bg1"/>
                    </a:solidFill>
                    <a:effectLst/>
                    <a:latin typeface="Google Sans"/>
                  </a:rPr>
                  <a:t> </a:t>
                </a:r>
                <a:r>
                  <a:rPr lang="en-ID" sz="2000" b="1" i="0" dirty="0" err="1">
                    <a:solidFill>
                      <a:schemeClr val="bg1"/>
                    </a:solidFill>
                    <a:effectLst/>
                    <a:latin typeface="Google Sans"/>
                  </a:rPr>
                  <a:t>ini</a:t>
                </a:r>
                <a:r>
                  <a:rPr lang="en-ID" sz="2000" b="1" i="0" dirty="0">
                    <a:solidFill>
                      <a:schemeClr val="bg1"/>
                    </a:solidFill>
                    <a:effectLst/>
                    <a:latin typeface="Google Sans"/>
                  </a:rPr>
                  <a:t> </a:t>
                </a:r>
                <a:r>
                  <a:rPr lang="en-ID" sz="2000" b="1" i="0" dirty="0" err="1">
                    <a:solidFill>
                      <a:schemeClr val="bg1"/>
                    </a:solidFill>
                    <a:effectLst/>
                    <a:latin typeface="Google Sans"/>
                  </a:rPr>
                  <a:t>mendorong</a:t>
                </a:r>
                <a:r>
                  <a:rPr lang="en-ID" sz="2000" b="1" i="0" dirty="0">
                    <a:solidFill>
                      <a:schemeClr val="bg1"/>
                    </a:solidFill>
                    <a:effectLst/>
                    <a:latin typeface="Google Sans"/>
                  </a:rPr>
                  <a:t> </a:t>
                </a:r>
                <a:r>
                  <a:rPr lang="en-ID" sz="2000" b="1" i="0" dirty="0" err="1">
                    <a:solidFill>
                      <a:schemeClr val="bg1"/>
                    </a:solidFill>
                    <a:effectLst/>
                    <a:latin typeface="Google Sans"/>
                  </a:rPr>
                  <a:t>kita</a:t>
                </a:r>
                <a:r>
                  <a:rPr lang="en-ID" sz="2000" b="1" i="0" dirty="0">
                    <a:solidFill>
                      <a:schemeClr val="bg1"/>
                    </a:solidFill>
                    <a:effectLst/>
                    <a:latin typeface="Google Sans"/>
                  </a:rPr>
                  <a:t> </a:t>
                </a:r>
                <a:r>
                  <a:rPr lang="en-ID" sz="2000" b="1" i="0" dirty="0" err="1">
                    <a:solidFill>
                      <a:schemeClr val="bg1"/>
                    </a:solidFill>
                    <a:effectLst/>
                    <a:latin typeface="Google Sans"/>
                  </a:rPr>
                  <a:t>untuk</a:t>
                </a:r>
                <a:r>
                  <a:rPr lang="en-ID" sz="2000" b="1" i="0" dirty="0">
                    <a:solidFill>
                      <a:schemeClr val="bg1"/>
                    </a:solidFill>
                    <a:effectLst/>
                    <a:latin typeface="Google Sans"/>
                  </a:rPr>
                  <a:t> </a:t>
                </a:r>
                <a:r>
                  <a:rPr lang="en-ID" sz="2000" b="1" i="0" dirty="0" err="1">
                    <a:solidFill>
                      <a:schemeClr val="bg1"/>
                    </a:solidFill>
                    <a:effectLst/>
                    <a:latin typeface="Google Sans"/>
                  </a:rPr>
                  <a:t>menghasilkan</a:t>
                </a:r>
                <a:r>
                  <a:rPr lang="en-ID" sz="2000" b="1" i="0" dirty="0">
                    <a:solidFill>
                      <a:schemeClr val="bg1"/>
                    </a:solidFill>
                    <a:effectLst/>
                    <a:latin typeface="Google Sans"/>
                  </a:rPr>
                  <a:t> </a:t>
                </a:r>
                <a:r>
                  <a:rPr lang="en-ID" sz="2000" b="1" i="0" dirty="0" err="1">
                    <a:solidFill>
                      <a:schemeClr val="bg1"/>
                    </a:solidFill>
                    <a:effectLst/>
                    <a:latin typeface="Google Sans"/>
                  </a:rPr>
                  <a:t>lebih</a:t>
                </a:r>
                <a:r>
                  <a:rPr lang="en-ID" sz="2000" b="1" i="0" dirty="0">
                    <a:solidFill>
                      <a:schemeClr val="bg1"/>
                    </a:solidFill>
                    <a:effectLst/>
                    <a:latin typeface="Google Sans"/>
                  </a:rPr>
                  <a:t> </a:t>
                </a:r>
                <a:r>
                  <a:rPr lang="en-ID" sz="2000" b="1" i="0" dirty="0" err="1">
                    <a:solidFill>
                      <a:schemeClr val="bg1"/>
                    </a:solidFill>
                    <a:effectLst/>
                    <a:latin typeface="Google Sans"/>
                  </a:rPr>
                  <a:t>sedikit</a:t>
                </a:r>
                <a:r>
                  <a:rPr lang="en-ID" sz="2000" b="1" i="0" dirty="0">
                    <a:solidFill>
                      <a:schemeClr val="bg1"/>
                    </a:solidFill>
                    <a:effectLst/>
                    <a:latin typeface="Google Sans"/>
                  </a:rPr>
                  <a:t> </a:t>
                </a:r>
                <a:r>
                  <a:rPr lang="en-ID" sz="2000" b="1" i="0" dirty="0" err="1">
                    <a:solidFill>
                      <a:schemeClr val="bg1"/>
                    </a:solidFill>
                    <a:effectLst/>
                    <a:latin typeface="Google Sans"/>
                  </a:rPr>
                  <a:t>sampah</a:t>
                </a:r>
                <a:r>
                  <a:rPr lang="en-ID" sz="2000" b="1" i="0" dirty="0">
                    <a:solidFill>
                      <a:schemeClr val="bg1"/>
                    </a:solidFill>
                    <a:effectLst/>
                    <a:latin typeface="Google Sans"/>
                  </a:rPr>
                  <a:t>, </a:t>
                </a:r>
                <a:r>
                  <a:rPr lang="en-ID" sz="2000" b="1" i="0" dirty="0" err="1">
                    <a:solidFill>
                      <a:schemeClr val="bg1"/>
                    </a:solidFill>
                    <a:effectLst/>
                    <a:latin typeface="Google Sans"/>
                  </a:rPr>
                  <a:t>memakai</a:t>
                </a:r>
                <a:r>
                  <a:rPr lang="en-ID" sz="2000" b="1" i="0" dirty="0">
                    <a:solidFill>
                      <a:schemeClr val="bg1"/>
                    </a:solidFill>
                    <a:effectLst/>
                    <a:latin typeface="Google Sans"/>
                  </a:rPr>
                  <a:t> </a:t>
                </a:r>
                <a:r>
                  <a:rPr lang="en-ID" sz="2000" b="1" i="0" dirty="0" err="1">
                    <a:solidFill>
                      <a:schemeClr val="bg1"/>
                    </a:solidFill>
                    <a:effectLst/>
                    <a:latin typeface="Google Sans"/>
                  </a:rPr>
                  <a:t>ulang</a:t>
                </a:r>
                <a:r>
                  <a:rPr lang="en-ID" sz="2000" b="1" i="0" dirty="0">
                    <a:solidFill>
                      <a:schemeClr val="bg1"/>
                    </a:solidFill>
                    <a:effectLst/>
                    <a:latin typeface="Google Sans"/>
                  </a:rPr>
                  <a:t> </a:t>
                </a:r>
                <a:r>
                  <a:rPr lang="en-ID" sz="2000" b="1" i="0" dirty="0" err="1">
                    <a:solidFill>
                      <a:schemeClr val="bg1"/>
                    </a:solidFill>
                    <a:effectLst/>
                    <a:latin typeface="Google Sans"/>
                  </a:rPr>
                  <a:t>barang</a:t>
                </a:r>
                <a:r>
                  <a:rPr lang="en-ID" sz="2000" b="1" i="0" dirty="0">
                    <a:solidFill>
                      <a:schemeClr val="bg1"/>
                    </a:solidFill>
                    <a:effectLst/>
                    <a:latin typeface="Google Sans"/>
                  </a:rPr>
                  <a:t>, </a:t>
                </a:r>
                <a:r>
                  <a:rPr lang="en-ID" sz="2000" b="1" i="0" dirty="0" err="1">
                    <a:solidFill>
                      <a:schemeClr val="bg1"/>
                    </a:solidFill>
                    <a:effectLst/>
                    <a:latin typeface="Google Sans"/>
                  </a:rPr>
                  <a:t>mengolahnya</a:t>
                </a:r>
                <a:r>
                  <a:rPr lang="en-ID" sz="2000" b="1" i="0" dirty="0">
                    <a:solidFill>
                      <a:schemeClr val="bg1"/>
                    </a:solidFill>
                    <a:effectLst/>
                    <a:latin typeface="Google Sans"/>
                  </a:rPr>
                  <a:t> </a:t>
                </a:r>
                <a:r>
                  <a:rPr lang="en-ID" sz="2000" b="1" i="0" dirty="0" err="1">
                    <a:solidFill>
                      <a:schemeClr val="bg1"/>
                    </a:solidFill>
                    <a:effectLst/>
                    <a:latin typeface="Google Sans"/>
                  </a:rPr>
                  <a:t>menjadi</a:t>
                </a:r>
                <a:r>
                  <a:rPr lang="en-ID" sz="2000" b="1" i="0" dirty="0">
                    <a:solidFill>
                      <a:schemeClr val="bg1"/>
                    </a:solidFill>
                    <a:effectLst/>
                    <a:latin typeface="Google Sans"/>
                  </a:rPr>
                  <a:t> </a:t>
                </a:r>
                <a:r>
                  <a:rPr lang="en-ID" sz="2000" b="1" i="0" dirty="0" err="1">
                    <a:solidFill>
                      <a:schemeClr val="bg1"/>
                    </a:solidFill>
                    <a:effectLst/>
                    <a:latin typeface="Google Sans"/>
                  </a:rPr>
                  <a:t>produk</a:t>
                </a:r>
                <a:r>
                  <a:rPr lang="en-ID" sz="2000" b="1" i="0" dirty="0">
                    <a:solidFill>
                      <a:schemeClr val="bg1"/>
                    </a:solidFill>
                    <a:effectLst/>
                    <a:latin typeface="Google Sans"/>
                  </a:rPr>
                  <a:t> </a:t>
                </a:r>
                <a:r>
                  <a:rPr lang="en-ID" sz="2000" b="1" i="0" dirty="0" err="1">
                    <a:solidFill>
                      <a:schemeClr val="bg1"/>
                    </a:solidFill>
                    <a:effectLst/>
                    <a:latin typeface="Google Sans"/>
                  </a:rPr>
                  <a:t>baru</a:t>
                </a:r>
                <a:r>
                  <a:rPr lang="en-ID" sz="2000" b="1" i="0" dirty="0">
                    <a:solidFill>
                      <a:schemeClr val="bg1"/>
                    </a:solidFill>
                    <a:effectLst/>
                    <a:latin typeface="Google Sans"/>
                  </a:rPr>
                  <a:t>, </a:t>
                </a:r>
                <a:r>
                  <a:rPr lang="en-ID" sz="2000" b="1" i="0" dirty="0" err="1">
                    <a:solidFill>
                      <a:schemeClr val="bg1"/>
                    </a:solidFill>
                    <a:effectLst/>
                    <a:latin typeface="Google Sans"/>
                  </a:rPr>
                  <a:t>serta</a:t>
                </a:r>
                <a:r>
                  <a:rPr lang="en-ID" sz="2000" b="1" i="0" dirty="0">
                    <a:solidFill>
                      <a:schemeClr val="bg1"/>
                    </a:solidFill>
                    <a:effectLst/>
                    <a:latin typeface="Google Sans"/>
                  </a:rPr>
                  <a:t> </a:t>
                </a:r>
                <a:r>
                  <a:rPr lang="en-ID" sz="2000" b="1" i="0" dirty="0" err="1">
                    <a:solidFill>
                      <a:schemeClr val="bg1"/>
                    </a:solidFill>
                    <a:effectLst/>
                    <a:latin typeface="Google Sans"/>
                  </a:rPr>
                  <a:t>mengganti</a:t>
                </a:r>
                <a:r>
                  <a:rPr lang="en-ID" sz="2000" b="1" i="0" dirty="0">
                    <a:solidFill>
                      <a:schemeClr val="bg1"/>
                    </a:solidFill>
                    <a:effectLst/>
                    <a:latin typeface="Google Sans"/>
                  </a:rPr>
                  <a:t> </a:t>
                </a:r>
                <a:r>
                  <a:rPr lang="en-ID" sz="2000" b="1" i="0" dirty="0" err="1">
                    <a:solidFill>
                      <a:schemeClr val="bg1"/>
                    </a:solidFill>
                    <a:effectLst/>
                    <a:latin typeface="Google Sans"/>
                  </a:rPr>
                  <a:t>produk</a:t>
                </a:r>
                <a:r>
                  <a:rPr lang="en-ID" sz="2000" b="1" i="0" dirty="0">
                    <a:solidFill>
                      <a:schemeClr val="bg1"/>
                    </a:solidFill>
                    <a:effectLst/>
                    <a:latin typeface="Google Sans"/>
                  </a:rPr>
                  <a:t> </a:t>
                </a:r>
                <a:r>
                  <a:rPr lang="en-ID" sz="2000" b="1" i="0" dirty="0" err="1">
                    <a:solidFill>
                      <a:schemeClr val="bg1"/>
                    </a:solidFill>
                    <a:effectLst/>
                    <a:latin typeface="Google Sans"/>
                  </a:rPr>
                  <a:t>sekali</a:t>
                </a:r>
                <a:r>
                  <a:rPr lang="en-ID" sz="2000" b="1" i="0" dirty="0">
                    <a:solidFill>
                      <a:schemeClr val="bg1"/>
                    </a:solidFill>
                    <a:effectLst/>
                    <a:latin typeface="Google Sans"/>
                  </a:rPr>
                  <a:t> </a:t>
                </a:r>
                <a:r>
                  <a:rPr lang="en-ID" sz="2000" b="1" i="0" dirty="0" err="1">
                    <a:solidFill>
                      <a:schemeClr val="bg1"/>
                    </a:solidFill>
                    <a:effectLst/>
                    <a:latin typeface="Google Sans"/>
                  </a:rPr>
                  <a:t>pakai</a:t>
                </a:r>
                <a:r>
                  <a:rPr lang="en-ID" sz="2000" b="1" i="0" dirty="0">
                    <a:solidFill>
                      <a:schemeClr val="bg1"/>
                    </a:solidFill>
                    <a:effectLst/>
                    <a:latin typeface="Google Sans"/>
                  </a:rPr>
                  <a:t> </a:t>
                </a:r>
                <a:r>
                  <a:rPr lang="en-ID" sz="2000" b="1" i="0" dirty="0" err="1">
                    <a:solidFill>
                      <a:schemeClr val="bg1"/>
                    </a:solidFill>
                    <a:effectLst/>
                    <a:latin typeface="Google Sans"/>
                  </a:rPr>
                  <a:t>dengan</a:t>
                </a:r>
                <a:r>
                  <a:rPr lang="en-ID" sz="2000" b="1" i="0" dirty="0">
                    <a:solidFill>
                      <a:schemeClr val="bg1"/>
                    </a:solidFill>
                    <a:effectLst/>
                    <a:latin typeface="Google Sans"/>
                  </a:rPr>
                  <a:t> yang </a:t>
                </a:r>
                <a:r>
                  <a:rPr lang="en-ID" sz="2000" b="1" i="0" dirty="0" err="1">
                    <a:solidFill>
                      <a:schemeClr val="bg1"/>
                    </a:solidFill>
                    <a:effectLst/>
                    <a:latin typeface="Google Sans"/>
                  </a:rPr>
                  <a:t>lebih</a:t>
                </a:r>
                <a:r>
                  <a:rPr lang="en-ID" sz="2000" b="1" i="0" dirty="0">
                    <a:solidFill>
                      <a:schemeClr val="bg1"/>
                    </a:solidFill>
                    <a:effectLst/>
                    <a:latin typeface="Google Sans"/>
                  </a:rPr>
                  <a:t> </a:t>
                </a:r>
                <a:r>
                  <a:rPr lang="en-ID" sz="2000" b="1" i="0" dirty="0" err="1">
                    <a:solidFill>
                      <a:schemeClr val="bg1"/>
                    </a:solidFill>
                    <a:effectLst/>
                    <a:latin typeface="Google Sans"/>
                  </a:rPr>
                  <a:t>ramah</a:t>
                </a:r>
                <a:r>
                  <a:rPr lang="en-ID" sz="2000" b="1" i="0" dirty="0">
                    <a:solidFill>
                      <a:schemeClr val="bg1"/>
                    </a:solidFill>
                    <a:effectLst/>
                    <a:latin typeface="Google Sans"/>
                  </a:rPr>
                  <a:t> </a:t>
                </a:r>
                <a:r>
                  <a:rPr lang="en-ID" sz="2000" b="1" i="0" dirty="0" err="1">
                    <a:solidFill>
                      <a:schemeClr val="bg1"/>
                    </a:solidFill>
                    <a:effectLst/>
                    <a:latin typeface="Google Sans"/>
                  </a:rPr>
                  <a:t>lingkungan</a:t>
                </a:r>
                <a:r>
                  <a:rPr lang="en-ID" sz="2000" b="1" i="0" dirty="0">
                    <a:solidFill>
                      <a:schemeClr val="bg1"/>
                    </a:solidFill>
                    <a:effectLst/>
                    <a:latin typeface="Google Sans"/>
                  </a:rPr>
                  <a:t>. </a:t>
                </a:r>
                <a:endParaRPr lang="en-ID" sz="2000" b="1" dirty="0">
                  <a:solidFill>
                    <a:schemeClr val="bg1"/>
                  </a:solidFill>
                  <a:latin typeface="Abadi" panose="020B0604020104020204" pitchFamily="34" charset="0"/>
                </a:endParaRPr>
              </a:p>
            </p:txBody>
          </p:sp>
        </p:grpSp>
        <p:pic>
          <p:nvPicPr>
            <p:cNvPr id="37" name="Picture 6" descr="Tempat Sampah Outdoor Krisbow 100 Ltr Frwb100g2 - Hijau">
              <a:extLst>
                <a:ext uri="{FF2B5EF4-FFF2-40B4-BE49-F238E27FC236}">
                  <a16:creationId xmlns:a16="http://schemas.microsoft.com/office/drawing/2014/main" id="{1997876F-D692-459A-9840-05801A3EEB6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>
              <a:extLst>
                <a:ext uri="{BEBA8EAE-BF5A-486C-A8C5-ECC9F3942E4B}">
                  <a14:imgProps xmlns:a14="http://schemas.microsoft.com/office/drawing/2010/main">
                    <a14:imgLayer r:embed="rId19">
                      <a14:imgEffect>
                        <a14:backgroundRemoval t="10000" b="90000" l="10000" r="90000">
                          <a14:foregroundMark x1="54571" y1="42000" x2="54571" y2="42000"/>
                          <a14:foregroundMark x1="56571" y1="34286" x2="64571" y2="43714"/>
                          <a14:foregroundMark x1="64571" y1="43714" x2="53000" y2="35143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1456836" y="4325630"/>
              <a:ext cx="2039682" cy="203968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24760770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 descr="SAMPAH PLASTIK CEMARI SUNGAI DI INDONESIA | Dinas Lingkungan Hidup">
            <a:extLst>
              <a:ext uri="{FF2B5EF4-FFF2-40B4-BE49-F238E27FC236}">
                <a16:creationId xmlns:a16="http://schemas.microsoft.com/office/drawing/2014/main" id="{76B46AEC-2ACC-4D79-9E62-D3083FBBE1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267543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7B7D3ABF-ED48-44DC-A27E-D27B41F25386}"/>
              </a:ext>
            </a:extLst>
          </p:cNvPr>
          <p:cNvGrpSpPr/>
          <p:nvPr/>
        </p:nvGrpSpPr>
        <p:grpSpPr>
          <a:xfrm>
            <a:off x="1456836" y="1172048"/>
            <a:ext cx="8635409" cy="5193264"/>
            <a:chOff x="1456836" y="1172048"/>
            <a:chExt cx="8635409" cy="5193264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5E8BAD13-84CB-44AE-98F3-7CE0842EF859}"/>
                </a:ext>
              </a:extLst>
            </p:cNvPr>
            <p:cNvGrpSpPr/>
            <p:nvPr/>
          </p:nvGrpSpPr>
          <p:grpSpPr>
            <a:xfrm>
              <a:off x="2561330" y="1172048"/>
              <a:ext cx="7530915" cy="4638864"/>
              <a:chOff x="2561330" y="1172048"/>
              <a:chExt cx="7530915" cy="4638864"/>
            </a:xfrm>
          </p:grpSpPr>
          <p:sp>
            <p:nvSpPr>
              <p:cNvPr id="5" name="Rectangle: Rounded Corners 4">
                <a:extLst>
                  <a:ext uri="{FF2B5EF4-FFF2-40B4-BE49-F238E27FC236}">
                    <a16:creationId xmlns:a16="http://schemas.microsoft.com/office/drawing/2014/main" id="{25EE470F-3567-4708-B1C1-499EB3FB7650}"/>
                  </a:ext>
                </a:extLst>
              </p:cNvPr>
              <p:cNvSpPr/>
              <p:nvPr/>
            </p:nvSpPr>
            <p:spPr>
              <a:xfrm>
                <a:off x="2561330" y="1172048"/>
                <a:ext cx="7530915" cy="4638864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D"/>
              </a:p>
            </p:txBody>
          </p:sp>
          <p:sp>
            <p:nvSpPr>
              <p:cNvPr id="6" name="Rectangle: Rounded Corners 5">
                <a:extLst>
                  <a:ext uri="{FF2B5EF4-FFF2-40B4-BE49-F238E27FC236}">
                    <a16:creationId xmlns:a16="http://schemas.microsoft.com/office/drawing/2014/main" id="{7E89A7E7-0A33-4F33-A31C-2613610D12CE}"/>
                  </a:ext>
                </a:extLst>
              </p:cNvPr>
              <p:cNvSpPr/>
              <p:nvPr/>
            </p:nvSpPr>
            <p:spPr>
              <a:xfrm>
                <a:off x="2663346" y="1330989"/>
                <a:ext cx="7294482" cy="4315774"/>
              </a:xfrm>
              <a:prstGeom prst="roundRect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D"/>
              </a:p>
            </p:txBody>
          </p: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7C2DF97-7B7E-4EC8-AD28-D42A60236A9B}"/>
                  </a:ext>
                </a:extLst>
              </p:cNvPr>
              <p:cNvSpPr txBox="1"/>
              <p:nvPr/>
            </p:nvSpPr>
            <p:spPr>
              <a:xfrm>
                <a:off x="3916221" y="1583567"/>
                <a:ext cx="4883987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4000" i="1" dirty="0" err="1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Bauhaus 93" panose="04030905020B02020C02" pitchFamily="82" charset="0"/>
                  </a:rPr>
                  <a:t>Apa</a:t>
                </a:r>
                <a:r>
                  <a:rPr lang="en-US" sz="4000" i="1" dirty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Bauhaus 93" panose="04030905020B02020C02" pitchFamily="82" charset="0"/>
                  </a:rPr>
                  <a:t> </a:t>
                </a:r>
                <a:r>
                  <a:rPr lang="en-US" sz="4000" i="1" dirty="0" err="1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Bauhaus 93" panose="04030905020B02020C02" pitchFamily="82" charset="0"/>
                  </a:rPr>
                  <a:t>itu</a:t>
                </a:r>
                <a:r>
                  <a:rPr lang="en-US" sz="4000" i="1" dirty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Bauhaus 93" panose="04030905020B02020C02" pitchFamily="82" charset="0"/>
                  </a:rPr>
                  <a:t> </a:t>
                </a:r>
                <a:r>
                  <a:rPr lang="en-US" sz="4000" i="1" dirty="0" err="1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Bauhaus 93" panose="04030905020B02020C02" pitchFamily="82" charset="0"/>
                  </a:rPr>
                  <a:t>Prinsip</a:t>
                </a:r>
                <a:r>
                  <a:rPr lang="en-US" sz="4000" i="1" dirty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Bauhaus 93" panose="04030905020B02020C02" pitchFamily="82" charset="0"/>
                  </a:rPr>
                  <a:t> 4R?</a:t>
                </a:r>
                <a:endParaRPr lang="en-ID" sz="4000" i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Bauhaus 93" panose="04030905020B02020C02" pitchFamily="82" charset="0"/>
                </a:endParaRP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7433E1D-8165-4D4E-A708-54FDA3243B07}"/>
                  </a:ext>
                </a:extLst>
              </p:cNvPr>
              <p:cNvSpPr txBox="1"/>
              <p:nvPr/>
            </p:nvSpPr>
            <p:spPr>
              <a:xfrm>
                <a:off x="3157846" y="2332611"/>
                <a:ext cx="6700453" cy="31700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D" sz="2000" b="1" i="0" dirty="0" err="1">
                    <a:solidFill>
                      <a:schemeClr val="bg1"/>
                    </a:solidFill>
                    <a:effectLst/>
                    <a:latin typeface="Google Sans"/>
                  </a:rPr>
                  <a:t>adalah</a:t>
                </a:r>
                <a:r>
                  <a:rPr lang="en-ID" sz="2000" b="1" i="0" dirty="0">
                    <a:solidFill>
                      <a:schemeClr val="bg1"/>
                    </a:solidFill>
                    <a:effectLst/>
                    <a:latin typeface="Google Sans"/>
                  </a:rPr>
                  <a:t> </a:t>
                </a:r>
                <a:r>
                  <a:rPr lang="en-ID" sz="2000" b="1" i="0" dirty="0" err="1">
                    <a:solidFill>
                      <a:schemeClr val="bg1"/>
                    </a:solidFill>
                    <a:effectLst/>
                    <a:latin typeface="Google Sans"/>
                  </a:rPr>
                  <a:t>prinsip</a:t>
                </a:r>
                <a:r>
                  <a:rPr lang="en-ID" sz="2000" b="1" i="0" dirty="0">
                    <a:solidFill>
                      <a:schemeClr val="bg1"/>
                    </a:solidFill>
                    <a:effectLst/>
                    <a:latin typeface="Google Sans"/>
                  </a:rPr>
                  <a:t> </a:t>
                </a:r>
                <a:r>
                  <a:rPr lang="en-ID" sz="2000" b="1" i="0" dirty="0" err="1">
                    <a:solidFill>
                      <a:schemeClr val="bg1"/>
                    </a:solidFill>
                    <a:effectLst/>
                    <a:latin typeface="Google Sans"/>
                  </a:rPr>
                  <a:t>pengelolaan</a:t>
                </a:r>
                <a:r>
                  <a:rPr lang="en-ID" sz="2000" b="1" i="0" dirty="0">
                    <a:solidFill>
                      <a:schemeClr val="bg1"/>
                    </a:solidFill>
                    <a:effectLst/>
                    <a:latin typeface="Google Sans"/>
                  </a:rPr>
                  <a:t> </a:t>
                </a:r>
                <a:r>
                  <a:rPr lang="en-ID" sz="2000" b="1" i="0" dirty="0" err="1">
                    <a:solidFill>
                      <a:schemeClr val="bg1"/>
                    </a:solidFill>
                    <a:effectLst/>
                    <a:latin typeface="Google Sans"/>
                  </a:rPr>
                  <a:t>sampah</a:t>
                </a:r>
                <a:r>
                  <a:rPr lang="en-ID" sz="2000" b="1" i="0" dirty="0">
                    <a:solidFill>
                      <a:schemeClr val="bg1"/>
                    </a:solidFill>
                    <a:effectLst/>
                    <a:latin typeface="Google Sans"/>
                  </a:rPr>
                  <a:t> yang </a:t>
                </a:r>
                <a:r>
                  <a:rPr lang="en-ID" sz="2000" b="1" i="0" dirty="0" err="1">
                    <a:solidFill>
                      <a:schemeClr val="bg1"/>
                    </a:solidFill>
                    <a:effectLst/>
                    <a:latin typeface="Google Sans"/>
                  </a:rPr>
                  <a:t>meliputi</a:t>
                </a:r>
                <a:r>
                  <a:rPr lang="en-ID" sz="2000" b="1" i="0" dirty="0">
                    <a:solidFill>
                      <a:schemeClr val="bg1"/>
                    </a:solidFill>
                    <a:effectLst/>
                    <a:latin typeface="Google Sans"/>
                  </a:rPr>
                  <a:t> Reduce (</a:t>
                </a:r>
                <a:r>
                  <a:rPr lang="en-ID" sz="2000" b="1" i="0" dirty="0" err="1">
                    <a:solidFill>
                      <a:schemeClr val="bg1"/>
                    </a:solidFill>
                    <a:effectLst/>
                    <a:latin typeface="Google Sans"/>
                  </a:rPr>
                  <a:t>Mengurangi</a:t>
                </a:r>
                <a:r>
                  <a:rPr lang="en-ID" sz="2000" b="1" i="0" dirty="0">
                    <a:solidFill>
                      <a:schemeClr val="bg1"/>
                    </a:solidFill>
                    <a:effectLst/>
                    <a:latin typeface="Google Sans"/>
                  </a:rPr>
                  <a:t>), Reuse (</a:t>
                </a:r>
                <a:r>
                  <a:rPr lang="en-ID" sz="2000" b="1" i="0" dirty="0" err="1">
                    <a:solidFill>
                      <a:schemeClr val="bg1"/>
                    </a:solidFill>
                    <a:effectLst/>
                    <a:latin typeface="Google Sans"/>
                  </a:rPr>
                  <a:t>Menggunakan</a:t>
                </a:r>
                <a:r>
                  <a:rPr lang="en-ID" sz="2000" b="1" i="0" dirty="0">
                    <a:solidFill>
                      <a:schemeClr val="bg1"/>
                    </a:solidFill>
                    <a:effectLst/>
                    <a:latin typeface="Google Sans"/>
                  </a:rPr>
                  <a:t> Kembali), Recycle (</a:t>
                </a:r>
                <a:r>
                  <a:rPr lang="en-ID" sz="2000" b="1" i="0" dirty="0" err="1">
                    <a:solidFill>
                      <a:schemeClr val="bg1"/>
                    </a:solidFill>
                    <a:effectLst/>
                    <a:latin typeface="Google Sans"/>
                  </a:rPr>
                  <a:t>Mendaur</a:t>
                </a:r>
                <a:r>
                  <a:rPr lang="en-ID" sz="2000" b="1" i="0" dirty="0">
                    <a:solidFill>
                      <a:schemeClr val="bg1"/>
                    </a:solidFill>
                    <a:effectLst/>
                    <a:latin typeface="Google Sans"/>
                  </a:rPr>
                  <a:t> </a:t>
                </a:r>
                <a:r>
                  <a:rPr lang="en-ID" sz="2000" b="1" i="0" dirty="0" err="1">
                    <a:solidFill>
                      <a:schemeClr val="bg1"/>
                    </a:solidFill>
                    <a:effectLst/>
                    <a:latin typeface="Google Sans"/>
                  </a:rPr>
                  <a:t>Ulang</a:t>
                </a:r>
                <a:r>
                  <a:rPr lang="en-ID" sz="2000" b="1" i="0" dirty="0">
                    <a:solidFill>
                      <a:schemeClr val="bg1"/>
                    </a:solidFill>
                    <a:effectLst/>
                    <a:latin typeface="Google Sans"/>
                  </a:rPr>
                  <a:t>), dan Replace (</a:t>
                </a:r>
                <a:r>
                  <a:rPr lang="en-ID" sz="2000" b="1" i="0" dirty="0" err="1">
                    <a:solidFill>
                      <a:schemeClr val="bg1"/>
                    </a:solidFill>
                    <a:effectLst/>
                    <a:latin typeface="Google Sans"/>
                  </a:rPr>
                  <a:t>Mengganti</a:t>
                </a:r>
                <a:r>
                  <a:rPr lang="en-ID" sz="2000" b="1" i="0" dirty="0">
                    <a:solidFill>
                      <a:schemeClr val="bg1"/>
                    </a:solidFill>
                    <a:effectLst/>
                    <a:latin typeface="Google Sans"/>
                  </a:rPr>
                  <a:t>), yang </a:t>
                </a:r>
                <a:r>
                  <a:rPr lang="en-ID" sz="2000" b="1" i="0" dirty="0" err="1">
                    <a:solidFill>
                      <a:schemeClr val="bg1"/>
                    </a:solidFill>
                    <a:effectLst/>
                    <a:latin typeface="Google Sans"/>
                  </a:rPr>
                  <a:t>bertujuan</a:t>
                </a:r>
                <a:r>
                  <a:rPr lang="en-ID" sz="2000" b="1" i="0" dirty="0">
                    <a:solidFill>
                      <a:schemeClr val="bg1"/>
                    </a:solidFill>
                    <a:effectLst/>
                    <a:latin typeface="Google Sans"/>
                  </a:rPr>
                  <a:t> </a:t>
                </a:r>
                <a:r>
                  <a:rPr lang="en-ID" sz="2000" b="1" i="0" dirty="0" err="1">
                    <a:solidFill>
                      <a:schemeClr val="bg1"/>
                    </a:solidFill>
                    <a:effectLst/>
                    <a:latin typeface="Google Sans"/>
                  </a:rPr>
                  <a:t>mengurangi</a:t>
                </a:r>
                <a:r>
                  <a:rPr lang="en-ID" sz="2000" b="1" i="0" dirty="0">
                    <a:solidFill>
                      <a:schemeClr val="bg1"/>
                    </a:solidFill>
                    <a:effectLst/>
                    <a:latin typeface="Google Sans"/>
                  </a:rPr>
                  <a:t> </a:t>
                </a:r>
                <a:r>
                  <a:rPr lang="en-ID" sz="2000" b="1" i="0" dirty="0" err="1">
                    <a:solidFill>
                      <a:schemeClr val="bg1"/>
                    </a:solidFill>
                    <a:effectLst/>
                    <a:latin typeface="Google Sans"/>
                  </a:rPr>
                  <a:t>sampah</a:t>
                </a:r>
                <a:r>
                  <a:rPr lang="en-ID" sz="2000" b="1" i="0" dirty="0">
                    <a:solidFill>
                      <a:schemeClr val="bg1"/>
                    </a:solidFill>
                    <a:effectLst/>
                    <a:latin typeface="Google Sans"/>
                  </a:rPr>
                  <a:t> dan </a:t>
                </a:r>
                <a:r>
                  <a:rPr lang="en-ID" sz="2000" b="1" i="0" dirty="0" err="1">
                    <a:solidFill>
                      <a:schemeClr val="bg1"/>
                    </a:solidFill>
                    <a:effectLst/>
                    <a:latin typeface="Google Sans"/>
                  </a:rPr>
                  <a:t>dampak</a:t>
                </a:r>
                <a:r>
                  <a:rPr lang="en-ID" sz="2000" b="1" i="0" dirty="0">
                    <a:solidFill>
                      <a:schemeClr val="bg1"/>
                    </a:solidFill>
                    <a:effectLst/>
                    <a:latin typeface="Google Sans"/>
                  </a:rPr>
                  <a:t> </a:t>
                </a:r>
                <a:r>
                  <a:rPr lang="en-ID" sz="2000" b="1" i="0" dirty="0" err="1">
                    <a:solidFill>
                      <a:schemeClr val="bg1"/>
                    </a:solidFill>
                    <a:effectLst/>
                    <a:latin typeface="Google Sans"/>
                  </a:rPr>
                  <a:t>negatifnya</a:t>
                </a:r>
                <a:r>
                  <a:rPr lang="en-ID" sz="2000" b="1" i="0" dirty="0">
                    <a:solidFill>
                      <a:schemeClr val="bg1"/>
                    </a:solidFill>
                    <a:effectLst/>
                    <a:latin typeface="Google Sans"/>
                  </a:rPr>
                  <a:t> </a:t>
                </a:r>
                <a:r>
                  <a:rPr lang="en-ID" sz="2000" b="1" i="0" dirty="0" err="1">
                    <a:solidFill>
                      <a:schemeClr val="bg1"/>
                    </a:solidFill>
                    <a:effectLst/>
                    <a:latin typeface="Google Sans"/>
                  </a:rPr>
                  <a:t>terhadap</a:t>
                </a:r>
                <a:r>
                  <a:rPr lang="en-ID" sz="2000" b="1" i="0" dirty="0">
                    <a:solidFill>
                      <a:schemeClr val="bg1"/>
                    </a:solidFill>
                    <a:effectLst/>
                    <a:latin typeface="Google Sans"/>
                  </a:rPr>
                  <a:t> </a:t>
                </a:r>
                <a:r>
                  <a:rPr lang="en-ID" sz="2000" b="1" i="0" dirty="0" err="1">
                    <a:solidFill>
                      <a:schemeClr val="bg1"/>
                    </a:solidFill>
                    <a:effectLst/>
                    <a:latin typeface="Google Sans"/>
                  </a:rPr>
                  <a:t>lingkungan</a:t>
                </a:r>
                <a:r>
                  <a:rPr lang="en-ID" sz="2000" b="1" i="0" dirty="0">
                    <a:solidFill>
                      <a:schemeClr val="bg1"/>
                    </a:solidFill>
                    <a:effectLst/>
                    <a:latin typeface="Google Sans"/>
                  </a:rPr>
                  <a:t> </a:t>
                </a:r>
                <a:r>
                  <a:rPr lang="en-ID" sz="2000" b="1" i="0" dirty="0" err="1">
                    <a:solidFill>
                      <a:schemeClr val="bg1"/>
                    </a:solidFill>
                    <a:effectLst/>
                    <a:latin typeface="Google Sans"/>
                  </a:rPr>
                  <a:t>dengan</a:t>
                </a:r>
                <a:r>
                  <a:rPr lang="en-ID" sz="2000" b="1" i="0" dirty="0">
                    <a:solidFill>
                      <a:schemeClr val="bg1"/>
                    </a:solidFill>
                    <a:effectLst/>
                    <a:latin typeface="Google Sans"/>
                  </a:rPr>
                  <a:t> </a:t>
                </a:r>
                <a:r>
                  <a:rPr lang="en-ID" sz="2000" b="1" i="0" dirty="0" err="1">
                    <a:solidFill>
                      <a:schemeClr val="bg1"/>
                    </a:solidFill>
                    <a:effectLst/>
                    <a:latin typeface="Google Sans"/>
                  </a:rPr>
                  <a:t>mengubah</a:t>
                </a:r>
                <a:r>
                  <a:rPr lang="en-ID" sz="2000" b="1" i="0" dirty="0">
                    <a:solidFill>
                      <a:schemeClr val="bg1"/>
                    </a:solidFill>
                    <a:effectLst/>
                    <a:latin typeface="Google Sans"/>
                  </a:rPr>
                  <a:t> </a:t>
                </a:r>
                <a:r>
                  <a:rPr lang="en-ID" sz="2000" b="1" i="0" dirty="0" err="1">
                    <a:solidFill>
                      <a:schemeClr val="bg1"/>
                    </a:solidFill>
                    <a:effectLst/>
                    <a:latin typeface="Google Sans"/>
                  </a:rPr>
                  <a:t>kebiasaan</a:t>
                </a:r>
                <a:r>
                  <a:rPr lang="en-ID" sz="2000" b="1" i="0" dirty="0">
                    <a:solidFill>
                      <a:schemeClr val="bg1"/>
                    </a:solidFill>
                    <a:effectLst/>
                    <a:latin typeface="Google Sans"/>
                  </a:rPr>
                  <a:t> </a:t>
                </a:r>
                <a:r>
                  <a:rPr lang="en-ID" sz="2000" b="1" i="0" dirty="0" err="1">
                    <a:solidFill>
                      <a:schemeClr val="bg1"/>
                    </a:solidFill>
                    <a:effectLst/>
                    <a:latin typeface="Google Sans"/>
                  </a:rPr>
                  <a:t>konsumsi</a:t>
                </a:r>
                <a:r>
                  <a:rPr lang="en-ID" sz="2000" b="1" i="0" dirty="0">
                    <a:solidFill>
                      <a:schemeClr val="bg1"/>
                    </a:solidFill>
                    <a:effectLst/>
                    <a:latin typeface="Google Sans"/>
                  </a:rPr>
                  <a:t> dan </a:t>
                </a:r>
                <a:r>
                  <a:rPr lang="en-ID" sz="2000" b="1" i="0" dirty="0" err="1">
                    <a:solidFill>
                      <a:schemeClr val="bg1"/>
                    </a:solidFill>
                    <a:effectLst/>
                    <a:latin typeface="Abadi" panose="020B0604020104020204" pitchFamily="34" charset="0"/>
                  </a:rPr>
                  <a:t>pengelolaan</a:t>
                </a:r>
                <a:r>
                  <a:rPr lang="en-ID" sz="2000" b="1" i="0" dirty="0">
                    <a:solidFill>
                      <a:schemeClr val="bg1"/>
                    </a:solidFill>
                    <a:effectLst/>
                    <a:latin typeface="Google Sans"/>
                  </a:rPr>
                  <a:t> </a:t>
                </a:r>
                <a:r>
                  <a:rPr lang="en-ID" sz="2000" b="1" i="0" dirty="0" err="1">
                    <a:solidFill>
                      <a:schemeClr val="bg1"/>
                    </a:solidFill>
                    <a:effectLst/>
                    <a:latin typeface="Google Sans"/>
                  </a:rPr>
                  <a:t>limbah</a:t>
                </a:r>
                <a:r>
                  <a:rPr lang="en-ID" sz="2000" b="1" i="0" dirty="0">
                    <a:solidFill>
                      <a:schemeClr val="bg1"/>
                    </a:solidFill>
                    <a:effectLst/>
                    <a:latin typeface="Google Sans"/>
                  </a:rPr>
                  <a:t> </a:t>
                </a:r>
                <a:r>
                  <a:rPr lang="en-ID" sz="2000" b="1" i="0" dirty="0" err="1">
                    <a:solidFill>
                      <a:schemeClr val="bg1"/>
                    </a:solidFill>
                    <a:effectLst/>
                    <a:latin typeface="Google Sans"/>
                  </a:rPr>
                  <a:t>menjadi</a:t>
                </a:r>
                <a:r>
                  <a:rPr lang="en-ID" sz="2000" b="1" i="0" dirty="0">
                    <a:solidFill>
                      <a:schemeClr val="bg1"/>
                    </a:solidFill>
                    <a:effectLst/>
                    <a:latin typeface="Google Sans"/>
                  </a:rPr>
                  <a:t> </a:t>
                </a:r>
                <a:r>
                  <a:rPr lang="en-ID" sz="2000" b="1" i="0" dirty="0" err="1">
                    <a:solidFill>
                      <a:schemeClr val="bg1"/>
                    </a:solidFill>
                    <a:effectLst/>
                    <a:latin typeface="Google Sans"/>
                  </a:rPr>
                  <a:t>lebih</a:t>
                </a:r>
                <a:r>
                  <a:rPr lang="en-ID" sz="2000" b="1" i="0" dirty="0">
                    <a:solidFill>
                      <a:schemeClr val="bg1"/>
                    </a:solidFill>
                    <a:effectLst/>
                    <a:latin typeface="Google Sans"/>
                  </a:rPr>
                  <a:t> </a:t>
                </a:r>
                <a:r>
                  <a:rPr lang="en-ID" sz="2000" b="1" i="0" dirty="0" err="1">
                    <a:solidFill>
                      <a:schemeClr val="bg1"/>
                    </a:solidFill>
                    <a:effectLst/>
                    <a:latin typeface="Google Sans"/>
                  </a:rPr>
                  <a:t>bijak</a:t>
                </a:r>
                <a:r>
                  <a:rPr lang="en-ID" sz="2000" b="1" i="0" dirty="0">
                    <a:solidFill>
                      <a:schemeClr val="bg1"/>
                    </a:solidFill>
                    <a:effectLst/>
                    <a:latin typeface="Google Sans"/>
                  </a:rPr>
                  <a:t> dan </a:t>
                </a:r>
                <a:r>
                  <a:rPr lang="en-ID" sz="2000" b="1" i="0" dirty="0" err="1">
                    <a:solidFill>
                      <a:schemeClr val="bg1"/>
                    </a:solidFill>
                    <a:effectLst/>
                    <a:latin typeface="Google Sans"/>
                  </a:rPr>
                  <a:t>berkelanjutan</a:t>
                </a:r>
                <a:r>
                  <a:rPr lang="en-ID" sz="2000" b="1" i="0" dirty="0">
                    <a:solidFill>
                      <a:schemeClr val="bg1"/>
                    </a:solidFill>
                    <a:effectLst/>
                    <a:latin typeface="Google Sans"/>
                  </a:rPr>
                  <a:t>. </a:t>
                </a:r>
                <a:r>
                  <a:rPr lang="en-ID" sz="2000" b="1" i="0" dirty="0" err="1">
                    <a:solidFill>
                      <a:schemeClr val="bg1"/>
                    </a:solidFill>
                    <a:effectLst/>
                    <a:latin typeface="Google Sans"/>
                  </a:rPr>
                  <a:t>Prinsip</a:t>
                </a:r>
                <a:r>
                  <a:rPr lang="en-ID" sz="2000" b="1" i="0" dirty="0">
                    <a:solidFill>
                      <a:schemeClr val="bg1"/>
                    </a:solidFill>
                    <a:effectLst/>
                    <a:latin typeface="Google Sans"/>
                  </a:rPr>
                  <a:t> </a:t>
                </a:r>
                <a:r>
                  <a:rPr lang="en-ID" sz="2000" b="1" i="0" dirty="0" err="1">
                    <a:solidFill>
                      <a:schemeClr val="bg1"/>
                    </a:solidFill>
                    <a:effectLst/>
                    <a:latin typeface="Google Sans"/>
                  </a:rPr>
                  <a:t>ini</a:t>
                </a:r>
                <a:r>
                  <a:rPr lang="en-ID" sz="2000" b="1" i="0" dirty="0">
                    <a:solidFill>
                      <a:schemeClr val="bg1"/>
                    </a:solidFill>
                    <a:effectLst/>
                    <a:latin typeface="Google Sans"/>
                  </a:rPr>
                  <a:t> </a:t>
                </a:r>
                <a:r>
                  <a:rPr lang="en-ID" sz="2000" b="1" i="0" dirty="0" err="1">
                    <a:solidFill>
                      <a:schemeClr val="bg1"/>
                    </a:solidFill>
                    <a:effectLst/>
                    <a:latin typeface="Google Sans"/>
                  </a:rPr>
                  <a:t>mendorong</a:t>
                </a:r>
                <a:r>
                  <a:rPr lang="en-ID" sz="2000" b="1" i="0" dirty="0">
                    <a:solidFill>
                      <a:schemeClr val="bg1"/>
                    </a:solidFill>
                    <a:effectLst/>
                    <a:latin typeface="Google Sans"/>
                  </a:rPr>
                  <a:t> </a:t>
                </a:r>
                <a:r>
                  <a:rPr lang="en-ID" sz="2000" b="1" i="0" dirty="0" err="1">
                    <a:solidFill>
                      <a:schemeClr val="bg1"/>
                    </a:solidFill>
                    <a:effectLst/>
                    <a:latin typeface="Google Sans"/>
                  </a:rPr>
                  <a:t>kita</a:t>
                </a:r>
                <a:r>
                  <a:rPr lang="en-ID" sz="2000" b="1" i="0" dirty="0">
                    <a:solidFill>
                      <a:schemeClr val="bg1"/>
                    </a:solidFill>
                    <a:effectLst/>
                    <a:latin typeface="Google Sans"/>
                  </a:rPr>
                  <a:t> </a:t>
                </a:r>
                <a:r>
                  <a:rPr lang="en-ID" sz="2000" b="1" i="0" dirty="0" err="1">
                    <a:solidFill>
                      <a:schemeClr val="bg1"/>
                    </a:solidFill>
                    <a:effectLst/>
                    <a:latin typeface="Google Sans"/>
                  </a:rPr>
                  <a:t>untuk</a:t>
                </a:r>
                <a:r>
                  <a:rPr lang="en-ID" sz="2000" b="1" i="0" dirty="0">
                    <a:solidFill>
                      <a:schemeClr val="bg1"/>
                    </a:solidFill>
                    <a:effectLst/>
                    <a:latin typeface="Google Sans"/>
                  </a:rPr>
                  <a:t> </a:t>
                </a:r>
                <a:r>
                  <a:rPr lang="en-ID" sz="2000" b="1" i="0" dirty="0" err="1">
                    <a:solidFill>
                      <a:schemeClr val="bg1"/>
                    </a:solidFill>
                    <a:effectLst/>
                    <a:latin typeface="Google Sans"/>
                  </a:rPr>
                  <a:t>menghasilkan</a:t>
                </a:r>
                <a:r>
                  <a:rPr lang="en-ID" sz="2000" b="1" i="0" dirty="0">
                    <a:solidFill>
                      <a:schemeClr val="bg1"/>
                    </a:solidFill>
                    <a:effectLst/>
                    <a:latin typeface="Google Sans"/>
                  </a:rPr>
                  <a:t> </a:t>
                </a:r>
                <a:r>
                  <a:rPr lang="en-ID" sz="2000" b="1" i="0" dirty="0" err="1">
                    <a:solidFill>
                      <a:schemeClr val="bg1"/>
                    </a:solidFill>
                    <a:effectLst/>
                    <a:latin typeface="Google Sans"/>
                  </a:rPr>
                  <a:t>lebih</a:t>
                </a:r>
                <a:r>
                  <a:rPr lang="en-ID" sz="2000" b="1" i="0" dirty="0">
                    <a:solidFill>
                      <a:schemeClr val="bg1"/>
                    </a:solidFill>
                    <a:effectLst/>
                    <a:latin typeface="Google Sans"/>
                  </a:rPr>
                  <a:t> </a:t>
                </a:r>
                <a:r>
                  <a:rPr lang="en-ID" sz="2000" b="1" i="0" dirty="0" err="1">
                    <a:solidFill>
                      <a:schemeClr val="bg1"/>
                    </a:solidFill>
                    <a:effectLst/>
                    <a:latin typeface="Google Sans"/>
                  </a:rPr>
                  <a:t>sedikit</a:t>
                </a:r>
                <a:r>
                  <a:rPr lang="en-ID" sz="2000" b="1" i="0" dirty="0">
                    <a:solidFill>
                      <a:schemeClr val="bg1"/>
                    </a:solidFill>
                    <a:effectLst/>
                    <a:latin typeface="Google Sans"/>
                  </a:rPr>
                  <a:t> </a:t>
                </a:r>
                <a:r>
                  <a:rPr lang="en-ID" sz="2000" b="1" i="0" dirty="0" err="1">
                    <a:solidFill>
                      <a:schemeClr val="bg1"/>
                    </a:solidFill>
                    <a:effectLst/>
                    <a:latin typeface="Google Sans"/>
                  </a:rPr>
                  <a:t>sampah</a:t>
                </a:r>
                <a:r>
                  <a:rPr lang="en-ID" sz="2000" b="1" i="0" dirty="0">
                    <a:solidFill>
                      <a:schemeClr val="bg1"/>
                    </a:solidFill>
                    <a:effectLst/>
                    <a:latin typeface="Google Sans"/>
                  </a:rPr>
                  <a:t>, </a:t>
                </a:r>
                <a:r>
                  <a:rPr lang="en-ID" sz="2000" b="1" i="0" dirty="0" err="1">
                    <a:solidFill>
                      <a:schemeClr val="bg1"/>
                    </a:solidFill>
                    <a:effectLst/>
                    <a:latin typeface="Google Sans"/>
                  </a:rPr>
                  <a:t>memakai</a:t>
                </a:r>
                <a:r>
                  <a:rPr lang="en-ID" sz="2000" b="1" i="0" dirty="0">
                    <a:solidFill>
                      <a:schemeClr val="bg1"/>
                    </a:solidFill>
                    <a:effectLst/>
                    <a:latin typeface="Google Sans"/>
                  </a:rPr>
                  <a:t> </a:t>
                </a:r>
                <a:r>
                  <a:rPr lang="en-ID" sz="2000" b="1" i="0" dirty="0" err="1">
                    <a:solidFill>
                      <a:schemeClr val="bg1"/>
                    </a:solidFill>
                    <a:effectLst/>
                    <a:latin typeface="Google Sans"/>
                  </a:rPr>
                  <a:t>ulang</a:t>
                </a:r>
                <a:r>
                  <a:rPr lang="en-ID" sz="2000" b="1" i="0" dirty="0">
                    <a:solidFill>
                      <a:schemeClr val="bg1"/>
                    </a:solidFill>
                    <a:effectLst/>
                    <a:latin typeface="Google Sans"/>
                  </a:rPr>
                  <a:t> </a:t>
                </a:r>
                <a:r>
                  <a:rPr lang="en-ID" sz="2000" b="1" i="0" dirty="0" err="1">
                    <a:solidFill>
                      <a:schemeClr val="bg1"/>
                    </a:solidFill>
                    <a:effectLst/>
                    <a:latin typeface="Google Sans"/>
                  </a:rPr>
                  <a:t>barang</a:t>
                </a:r>
                <a:r>
                  <a:rPr lang="en-ID" sz="2000" b="1" i="0" dirty="0">
                    <a:solidFill>
                      <a:schemeClr val="bg1"/>
                    </a:solidFill>
                    <a:effectLst/>
                    <a:latin typeface="Google Sans"/>
                  </a:rPr>
                  <a:t>, </a:t>
                </a:r>
                <a:r>
                  <a:rPr lang="en-ID" sz="2000" b="1" i="0" dirty="0" err="1">
                    <a:solidFill>
                      <a:schemeClr val="bg1"/>
                    </a:solidFill>
                    <a:effectLst/>
                    <a:latin typeface="Google Sans"/>
                  </a:rPr>
                  <a:t>mengolahnya</a:t>
                </a:r>
                <a:r>
                  <a:rPr lang="en-ID" sz="2000" b="1" i="0" dirty="0">
                    <a:solidFill>
                      <a:schemeClr val="bg1"/>
                    </a:solidFill>
                    <a:effectLst/>
                    <a:latin typeface="Google Sans"/>
                  </a:rPr>
                  <a:t> </a:t>
                </a:r>
                <a:r>
                  <a:rPr lang="en-ID" sz="2000" b="1" i="0" dirty="0" err="1">
                    <a:solidFill>
                      <a:schemeClr val="bg1"/>
                    </a:solidFill>
                    <a:effectLst/>
                    <a:latin typeface="Google Sans"/>
                  </a:rPr>
                  <a:t>menjadi</a:t>
                </a:r>
                <a:r>
                  <a:rPr lang="en-ID" sz="2000" b="1" i="0" dirty="0">
                    <a:solidFill>
                      <a:schemeClr val="bg1"/>
                    </a:solidFill>
                    <a:effectLst/>
                    <a:latin typeface="Google Sans"/>
                  </a:rPr>
                  <a:t> </a:t>
                </a:r>
                <a:r>
                  <a:rPr lang="en-ID" sz="2000" b="1" i="0" dirty="0" err="1">
                    <a:solidFill>
                      <a:schemeClr val="bg1"/>
                    </a:solidFill>
                    <a:effectLst/>
                    <a:latin typeface="Google Sans"/>
                  </a:rPr>
                  <a:t>produk</a:t>
                </a:r>
                <a:r>
                  <a:rPr lang="en-ID" sz="2000" b="1" i="0" dirty="0">
                    <a:solidFill>
                      <a:schemeClr val="bg1"/>
                    </a:solidFill>
                    <a:effectLst/>
                    <a:latin typeface="Google Sans"/>
                  </a:rPr>
                  <a:t> </a:t>
                </a:r>
                <a:r>
                  <a:rPr lang="en-ID" sz="2000" b="1" i="0" dirty="0" err="1">
                    <a:solidFill>
                      <a:schemeClr val="bg1"/>
                    </a:solidFill>
                    <a:effectLst/>
                    <a:latin typeface="Google Sans"/>
                  </a:rPr>
                  <a:t>baru</a:t>
                </a:r>
                <a:r>
                  <a:rPr lang="en-ID" sz="2000" b="1" i="0" dirty="0">
                    <a:solidFill>
                      <a:schemeClr val="bg1"/>
                    </a:solidFill>
                    <a:effectLst/>
                    <a:latin typeface="Google Sans"/>
                  </a:rPr>
                  <a:t>, </a:t>
                </a:r>
                <a:r>
                  <a:rPr lang="en-ID" sz="2000" b="1" i="0" dirty="0" err="1">
                    <a:solidFill>
                      <a:schemeClr val="bg1"/>
                    </a:solidFill>
                    <a:effectLst/>
                    <a:latin typeface="Google Sans"/>
                  </a:rPr>
                  <a:t>serta</a:t>
                </a:r>
                <a:r>
                  <a:rPr lang="en-ID" sz="2000" b="1" i="0" dirty="0">
                    <a:solidFill>
                      <a:schemeClr val="bg1"/>
                    </a:solidFill>
                    <a:effectLst/>
                    <a:latin typeface="Google Sans"/>
                  </a:rPr>
                  <a:t> </a:t>
                </a:r>
                <a:r>
                  <a:rPr lang="en-ID" sz="2000" b="1" i="0" dirty="0" err="1">
                    <a:solidFill>
                      <a:schemeClr val="bg1"/>
                    </a:solidFill>
                    <a:effectLst/>
                    <a:latin typeface="Google Sans"/>
                  </a:rPr>
                  <a:t>mengganti</a:t>
                </a:r>
                <a:r>
                  <a:rPr lang="en-ID" sz="2000" b="1" i="0" dirty="0">
                    <a:solidFill>
                      <a:schemeClr val="bg1"/>
                    </a:solidFill>
                    <a:effectLst/>
                    <a:latin typeface="Google Sans"/>
                  </a:rPr>
                  <a:t> </a:t>
                </a:r>
                <a:r>
                  <a:rPr lang="en-ID" sz="2000" b="1" i="0" dirty="0" err="1">
                    <a:solidFill>
                      <a:schemeClr val="bg1"/>
                    </a:solidFill>
                    <a:effectLst/>
                    <a:latin typeface="Google Sans"/>
                  </a:rPr>
                  <a:t>produk</a:t>
                </a:r>
                <a:r>
                  <a:rPr lang="en-ID" sz="2000" b="1" i="0" dirty="0">
                    <a:solidFill>
                      <a:schemeClr val="bg1"/>
                    </a:solidFill>
                    <a:effectLst/>
                    <a:latin typeface="Google Sans"/>
                  </a:rPr>
                  <a:t> </a:t>
                </a:r>
                <a:r>
                  <a:rPr lang="en-ID" sz="2000" b="1" i="0" dirty="0" err="1">
                    <a:solidFill>
                      <a:schemeClr val="bg1"/>
                    </a:solidFill>
                    <a:effectLst/>
                    <a:latin typeface="Google Sans"/>
                  </a:rPr>
                  <a:t>sekali</a:t>
                </a:r>
                <a:r>
                  <a:rPr lang="en-ID" sz="2000" b="1" i="0" dirty="0">
                    <a:solidFill>
                      <a:schemeClr val="bg1"/>
                    </a:solidFill>
                    <a:effectLst/>
                    <a:latin typeface="Google Sans"/>
                  </a:rPr>
                  <a:t> </a:t>
                </a:r>
                <a:r>
                  <a:rPr lang="en-ID" sz="2000" b="1" i="0" dirty="0" err="1">
                    <a:solidFill>
                      <a:schemeClr val="bg1"/>
                    </a:solidFill>
                    <a:effectLst/>
                    <a:latin typeface="Google Sans"/>
                  </a:rPr>
                  <a:t>pakai</a:t>
                </a:r>
                <a:r>
                  <a:rPr lang="en-ID" sz="2000" b="1" i="0" dirty="0">
                    <a:solidFill>
                      <a:schemeClr val="bg1"/>
                    </a:solidFill>
                    <a:effectLst/>
                    <a:latin typeface="Google Sans"/>
                  </a:rPr>
                  <a:t> </a:t>
                </a:r>
                <a:r>
                  <a:rPr lang="en-ID" sz="2000" b="1" i="0" dirty="0" err="1">
                    <a:solidFill>
                      <a:schemeClr val="bg1"/>
                    </a:solidFill>
                    <a:effectLst/>
                    <a:latin typeface="Google Sans"/>
                  </a:rPr>
                  <a:t>dengan</a:t>
                </a:r>
                <a:r>
                  <a:rPr lang="en-ID" sz="2000" b="1" i="0" dirty="0">
                    <a:solidFill>
                      <a:schemeClr val="bg1"/>
                    </a:solidFill>
                    <a:effectLst/>
                    <a:latin typeface="Google Sans"/>
                  </a:rPr>
                  <a:t> yang </a:t>
                </a:r>
                <a:r>
                  <a:rPr lang="en-ID" sz="2000" b="1" i="0" dirty="0" err="1">
                    <a:solidFill>
                      <a:schemeClr val="bg1"/>
                    </a:solidFill>
                    <a:effectLst/>
                    <a:latin typeface="Google Sans"/>
                  </a:rPr>
                  <a:t>lebih</a:t>
                </a:r>
                <a:r>
                  <a:rPr lang="en-ID" sz="2000" b="1" i="0" dirty="0">
                    <a:solidFill>
                      <a:schemeClr val="bg1"/>
                    </a:solidFill>
                    <a:effectLst/>
                    <a:latin typeface="Google Sans"/>
                  </a:rPr>
                  <a:t> </a:t>
                </a:r>
                <a:r>
                  <a:rPr lang="en-ID" sz="2000" b="1" i="0" dirty="0" err="1">
                    <a:solidFill>
                      <a:schemeClr val="bg1"/>
                    </a:solidFill>
                    <a:effectLst/>
                    <a:latin typeface="Google Sans"/>
                  </a:rPr>
                  <a:t>ramah</a:t>
                </a:r>
                <a:r>
                  <a:rPr lang="en-ID" sz="2000" b="1" i="0" dirty="0">
                    <a:solidFill>
                      <a:schemeClr val="bg1"/>
                    </a:solidFill>
                    <a:effectLst/>
                    <a:latin typeface="Google Sans"/>
                  </a:rPr>
                  <a:t> </a:t>
                </a:r>
                <a:r>
                  <a:rPr lang="en-ID" sz="2000" b="1" i="0" dirty="0" err="1">
                    <a:solidFill>
                      <a:schemeClr val="bg1"/>
                    </a:solidFill>
                    <a:effectLst/>
                    <a:latin typeface="Google Sans"/>
                  </a:rPr>
                  <a:t>lingkungan</a:t>
                </a:r>
                <a:r>
                  <a:rPr lang="en-ID" sz="2000" b="1" i="0" dirty="0">
                    <a:solidFill>
                      <a:schemeClr val="bg1"/>
                    </a:solidFill>
                    <a:effectLst/>
                    <a:latin typeface="Google Sans"/>
                  </a:rPr>
                  <a:t>. </a:t>
                </a:r>
                <a:endParaRPr lang="en-ID" sz="2000" b="1" dirty="0">
                  <a:solidFill>
                    <a:schemeClr val="bg1"/>
                  </a:solidFill>
                  <a:latin typeface="Abadi" panose="020B0604020104020204" pitchFamily="34" charset="0"/>
                </a:endParaRPr>
              </a:p>
            </p:txBody>
          </p:sp>
        </p:grpSp>
        <p:pic>
          <p:nvPicPr>
            <p:cNvPr id="9222" name="Picture 6" descr="Tempat Sampah Outdoor Krisbow 100 Ltr Frwb100g2 - Hijau">
              <a:extLst>
                <a:ext uri="{FF2B5EF4-FFF2-40B4-BE49-F238E27FC236}">
                  <a16:creationId xmlns:a16="http://schemas.microsoft.com/office/drawing/2014/main" id="{D0AF5B87-A7EB-4554-96DE-28C23C34385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000" b="90000" l="10000" r="90000">
                          <a14:foregroundMark x1="54571" y1="42000" x2="54571" y2="42000"/>
                          <a14:foregroundMark x1="56571" y1="34286" x2="64571" y2="43714"/>
                          <a14:foregroundMark x1="64571" y1="43714" x2="53000" y2="35143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1456836" y="4325630"/>
              <a:ext cx="2039682" cy="203968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399A53D7-6594-40B2-8D59-7216043E81E7}"/>
              </a:ext>
            </a:extLst>
          </p:cNvPr>
          <p:cNvGrpSpPr/>
          <p:nvPr/>
        </p:nvGrpSpPr>
        <p:grpSpPr>
          <a:xfrm>
            <a:off x="-8879330" y="598208"/>
            <a:ext cx="8389095" cy="5212704"/>
            <a:chOff x="1703150" y="598208"/>
            <a:chExt cx="8389095" cy="5212704"/>
          </a:xfrm>
        </p:grpSpPr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2D29BF23-8B2F-4B3A-AA30-A88E2884E52B}"/>
                </a:ext>
              </a:extLst>
            </p:cNvPr>
            <p:cNvSpPr/>
            <p:nvPr/>
          </p:nvSpPr>
          <p:spPr>
            <a:xfrm>
              <a:off x="2561330" y="1172048"/>
              <a:ext cx="7530915" cy="4638864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48B1F0A2-FA0D-40F1-9ADD-A753F34A2BF1}"/>
                </a:ext>
              </a:extLst>
            </p:cNvPr>
            <p:cNvSpPr/>
            <p:nvPr/>
          </p:nvSpPr>
          <p:spPr>
            <a:xfrm>
              <a:off x="2637220" y="1370178"/>
              <a:ext cx="7294482" cy="4315774"/>
            </a:xfrm>
            <a:prstGeom prst="round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02E00A5A-E567-42DE-889A-AE8925254305}"/>
                </a:ext>
              </a:extLst>
            </p:cNvPr>
            <p:cNvSpPr txBox="1"/>
            <p:nvPr/>
          </p:nvSpPr>
          <p:spPr>
            <a:xfrm>
              <a:off x="4420933" y="1370985"/>
              <a:ext cx="3716055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000" i="1" dirty="0" err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Bauhaus 93" panose="04030905020B02020C02" pitchFamily="82" charset="0"/>
                </a:rPr>
                <a:t>Apa</a:t>
              </a:r>
              <a:r>
                <a:rPr lang="en-US" sz="4000" i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Bauhaus 93" panose="04030905020B02020C02" pitchFamily="82" charset="0"/>
                </a:rPr>
                <a:t> </a:t>
              </a:r>
              <a:r>
                <a:rPr lang="en-US" sz="4000" i="1" dirty="0" err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Bauhaus 93" panose="04030905020B02020C02" pitchFamily="82" charset="0"/>
                </a:rPr>
                <a:t>itu</a:t>
              </a:r>
              <a:r>
                <a:rPr lang="en-US" sz="4000" i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Bauhaus 93" panose="04030905020B02020C02" pitchFamily="82" charset="0"/>
                </a:rPr>
                <a:t> </a:t>
              </a:r>
              <a:r>
                <a:rPr lang="en-US" sz="4000" i="1" dirty="0" err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Bauhaus 93" panose="04030905020B02020C02" pitchFamily="82" charset="0"/>
                </a:rPr>
                <a:t>iklim</a:t>
              </a:r>
              <a:r>
                <a:rPr lang="en-US" sz="4000" i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Bauhaus 93" panose="04030905020B02020C02" pitchFamily="82" charset="0"/>
                </a:rPr>
                <a:t>?</a:t>
              </a:r>
              <a:endParaRPr lang="en-ID" sz="400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uhaus 93" panose="04030905020B02020C02" pitchFamily="82" charset="0"/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25683E2F-68CA-40DE-9AF4-91B3971FFA97}"/>
                </a:ext>
              </a:extLst>
            </p:cNvPr>
            <p:cNvSpPr/>
            <p:nvPr/>
          </p:nvSpPr>
          <p:spPr>
            <a:xfrm>
              <a:off x="4817117" y="3683726"/>
              <a:ext cx="1061169" cy="266097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6A3AB2FD-5256-4D17-9691-C0CD98A03285}"/>
                </a:ext>
              </a:extLst>
            </p:cNvPr>
            <p:cNvSpPr txBox="1"/>
            <p:nvPr/>
          </p:nvSpPr>
          <p:spPr>
            <a:xfrm>
              <a:off x="2887080" y="2416413"/>
              <a:ext cx="7099027" cy="278537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D" sz="2500" b="1" dirty="0" err="1">
                  <a:solidFill>
                    <a:schemeClr val="bg1"/>
                  </a:solidFill>
                  <a:latin typeface="Abadi" panose="020B0604020104020204" pitchFamily="34" charset="0"/>
                </a:rPr>
                <a:t>Iklim</a:t>
              </a:r>
              <a:r>
                <a:rPr lang="en-ID" sz="2500" b="1" dirty="0">
                  <a:solidFill>
                    <a:schemeClr val="bg1"/>
                  </a:solidFill>
                  <a:latin typeface="Abadi" panose="020B0604020104020204" pitchFamily="34" charset="0"/>
                </a:rPr>
                <a:t> </a:t>
              </a:r>
              <a:r>
                <a:rPr lang="en-ID" sz="2500" b="1" dirty="0" err="1">
                  <a:solidFill>
                    <a:schemeClr val="bg1"/>
                  </a:solidFill>
                  <a:latin typeface="Abadi" panose="020B0604020104020204" pitchFamily="34" charset="0"/>
                </a:rPr>
                <a:t>adalah</a:t>
              </a:r>
              <a:r>
                <a:rPr lang="en-ID" sz="2500" b="1" dirty="0">
                  <a:solidFill>
                    <a:schemeClr val="bg1"/>
                  </a:solidFill>
                  <a:latin typeface="Abadi" panose="020B0604020104020204" pitchFamily="34" charset="0"/>
                </a:rPr>
                <a:t> </a:t>
              </a:r>
              <a:r>
                <a:rPr lang="en-ID" sz="2500" b="1" dirty="0" err="1">
                  <a:solidFill>
                    <a:schemeClr val="bg1"/>
                  </a:solidFill>
                  <a:latin typeface="Abadi" panose="020B0604020104020204" pitchFamily="34" charset="0"/>
                </a:rPr>
                <a:t>kondisi</a:t>
              </a:r>
              <a:r>
                <a:rPr lang="en-ID" sz="2500" b="1" dirty="0">
                  <a:solidFill>
                    <a:schemeClr val="bg1"/>
                  </a:solidFill>
                  <a:latin typeface="Abadi" panose="020B0604020104020204" pitchFamily="34" charset="0"/>
                </a:rPr>
                <a:t> rata-rata </a:t>
              </a:r>
              <a:r>
                <a:rPr lang="en-ID" sz="2500" b="1" dirty="0" err="1">
                  <a:solidFill>
                    <a:schemeClr val="bg1"/>
                  </a:solidFill>
                  <a:latin typeface="Abadi" panose="020B0604020104020204" pitchFamily="34" charset="0"/>
                </a:rPr>
                <a:t>cuaca</a:t>
              </a:r>
              <a:r>
                <a:rPr lang="en-ID" sz="2500" b="1" dirty="0">
                  <a:solidFill>
                    <a:schemeClr val="bg1"/>
                  </a:solidFill>
                  <a:latin typeface="Abadi" panose="020B0604020104020204" pitchFamily="34" charset="0"/>
                </a:rPr>
                <a:t> </a:t>
              </a:r>
              <a:r>
                <a:rPr lang="en-ID" sz="2500" b="1" dirty="0" err="1">
                  <a:solidFill>
                    <a:schemeClr val="bg1"/>
                  </a:solidFill>
                  <a:latin typeface="Abadi" panose="020B0604020104020204" pitchFamily="34" charset="0"/>
                </a:rPr>
                <a:t>dalam</a:t>
              </a:r>
              <a:r>
                <a:rPr lang="en-ID" sz="2500" b="1" dirty="0">
                  <a:solidFill>
                    <a:schemeClr val="bg1"/>
                  </a:solidFill>
                  <a:latin typeface="Abadi" panose="020B0604020104020204" pitchFamily="34" charset="0"/>
                </a:rPr>
                <a:t> </a:t>
              </a:r>
              <a:r>
                <a:rPr lang="en-ID" sz="2500" b="1" dirty="0" err="1">
                  <a:solidFill>
                    <a:schemeClr val="bg1"/>
                  </a:solidFill>
                  <a:latin typeface="Abadi" panose="020B0604020104020204" pitchFamily="34" charset="0"/>
                </a:rPr>
                <a:t>jangka</a:t>
              </a:r>
              <a:r>
                <a:rPr lang="en-ID" sz="2500" b="1" dirty="0">
                  <a:solidFill>
                    <a:schemeClr val="bg1"/>
                  </a:solidFill>
                  <a:latin typeface="Abadi" panose="020B0604020104020204" pitchFamily="34" charset="0"/>
                </a:rPr>
                <a:t> </a:t>
              </a:r>
              <a:r>
                <a:rPr lang="en-ID" sz="2500" b="1" dirty="0" err="1">
                  <a:solidFill>
                    <a:schemeClr val="bg1"/>
                  </a:solidFill>
                  <a:latin typeface="Abadi" panose="020B0604020104020204" pitchFamily="34" charset="0"/>
                </a:rPr>
                <a:t>waktu</a:t>
              </a:r>
              <a:r>
                <a:rPr lang="en-ID" sz="2500" b="1" dirty="0">
                  <a:solidFill>
                    <a:schemeClr val="bg1"/>
                  </a:solidFill>
                  <a:latin typeface="Abadi" panose="020B0604020104020204" pitchFamily="34" charset="0"/>
                </a:rPr>
                <a:t> </a:t>
              </a:r>
              <a:r>
                <a:rPr lang="en-ID" sz="2500" b="1" dirty="0" err="1">
                  <a:solidFill>
                    <a:schemeClr val="bg1"/>
                  </a:solidFill>
                  <a:latin typeface="Abadi" panose="020B0604020104020204" pitchFamily="34" charset="0"/>
                </a:rPr>
                <a:t>panjang</a:t>
              </a:r>
              <a:r>
                <a:rPr lang="en-ID" sz="2500" b="1" dirty="0">
                  <a:solidFill>
                    <a:schemeClr val="bg1"/>
                  </a:solidFill>
                  <a:latin typeface="Abadi" panose="020B0604020104020204" pitchFamily="34" charset="0"/>
                </a:rPr>
                <a:t> di </a:t>
              </a:r>
              <a:r>
                <a:rPr lang="en-ID" sz="2500" b="1" dirty="0" err="1">
                  <a:solidFill>
                    <a:schemeClr val="bg1"/>
                  </a:solidFill>
                  <a:latin typeface="Abadi" panose="020B0604020104020204" pitchFamily="34" charset="0"/>
                </a:rPr>
                <a:t>suatu</a:t>
              </a:r>
              <a:r>
                <a:rPr lang="en-ID" sz="2500" b="1" dirty="0">
                  <a:solidFill>
                    <a:schemeClr val="bg1"/>
                  </a:solidFill>
                  <a:latin typeface="Abadi" panose="020B0604020104020204" pitchFamily="34" charset="0"/>
                </a:rPr>
                <a:t> wilayah. </a:t>
              </a:r>
              <a:r>
                <a:rPr lang="en-ID" sz="2500" b="1" dirty="0" err="1">
                  <a:solidFill>
                    <a:schemeClr val="bg1"/>
                  </a:solidFill>
                  <a:latin typeface="Abadi" panose="020B0604020104020204" pitchFamily="34" charset="0"/>
                </a:rPr>
                <a:t>Saat</a:t>
              </a:r>
              <a:r>
                <a:rPr lang="en-ID" sz="2500" b="1" dirty="0">
                  <a:solidFill>
                    <a:schemeClr val="bg1"/>
                  </a:solidFill>
                  <a:latin typeface="Abadi" panose="020B0604020104020204" pitchFamily="34" charset="0"/>
                </a:rPr>
                <a:t> </a:t>
              </a:r>
              <a:r>
                <a:rPr lang="en-ID" sz="2500" b="1" dirty="0" err="1">
                  <a:solidFill>
                    <a:schemeClr val="bg1"/>
                  </a:solidFill>
                  <a:latin typeface="Abadi" panose="020B0604020104020204" pitchFamily="34" charset="0"/>
                </a:rPr>
                <a:t>ini</a:t>
              </a:r>
              <a:r>
                <a:rPr lang="en-ID" sz="2500" b="1" dirty="0">
                  <a:solidFill>
                    <a:schemeClr val="bg1"/>
                  </a:solidFill>
                  <a:latin typeface="Abadi" panose="020B0604020104020204" pitchFamily="34" charset="0"/>
                </a:rPr>
                <a:t>, </a:t>
              </a:r>
              <a:r>
                <a:rPr lang="en-ID" sz="2500" b="1" dirty="0" err="1">
                  <a:solidFill>
                    <a:schemeClr val="bg1"/>
                  </a:solidFill>
                  <a:latin typeface="Abadi" panose="020B0604020104020204" pitchFamily="34" charset="0"/>
                </a:rPr>
                <a:t>iklim</a:t>
              </a:r>
              <a:r>
                <a:rPr lang="en-ID" sz="2500" b="1" dirty="0">
                  <a:solidFill>
                    <a:schemeClr val="bg1"/>
                  </a:solidFill>
                  <a:latin typeface="Abadi" panose="020B0604020104020204" pitchFamily="34" charset="0"/>
                </a:rPr>
                <a:t> global </a:t>
              </a:r>
              <a:r>
                <a:rPr lang="en-ID" sz="2500" b="1" dirty="0" err="1">
                  <a:solidFill>
                    <a:schemeClr val="bg1"/>
                  </a:solidFill>
                  <a:latin typeface="Abadi" panose="020B0604020104020204" pitchFamily="34" charset="0"/>
                </a:rPr>
                <a:t>sedang</a:t>
              </a:r>
              <a:r>
                <a:rPr lang="en-ID" sz="2500" b="1" dirty="0">
                  <a:solidFill>
                    <a:schemeClr val="bg1"/>
                  </a:solidFill>
                  <a:latin typeface="Abadi" panose="020B0604020104020204" pitchFamily="34" charset="0"/>
                </a:rPr>
                <a:t> </a:t>
              </a:r>
              <a:r>
                <a:rPr lang="en-ID" sz="2500" b="1" dirty="0" err="1">
                  <a:solidFill>
                    <a:schemeClr val="bg1"/>
                  </a:solidFill>
                  <a:latin typeface="Abadi" panose="020B0604020104020204" pitchFamily="34" charset="0"/>
                </a:rPr>
                <a:t>mengalami</a:t>
              </a:r>
              <a:r>
                <a:rPr lang="en-ID" sz="2500" b="1" dirty="0">
                  <a:solidFill>
                    <a:schemeClr val="bg1"/>
                  </a:solidFill>
                  <a:latin typeface="Abadi" panose="020B0604020104020204" pitchFamily="34" charset="0"/>
                </a:rPr>
                <a:t> </a:t>
              </a:r>
              <a:r>
                <a:rPr lang="en-ID" sz="2500" b="1" dirty="0" err="1">
                  <a:solidFill>
                    <a:schemeClr val="bg1"/>
                  </a:solidFill>
                  <a:latin typeface="Abadi" panose="020B0604020104020204" pitchFamily="34" charset="0"/>
                </a:rPr>
                <a:t>gangguan</a:t>
              </a:r>
              <a:r>
                <a:rPr lang="en-ID" sz="2500" b="1" dirty="0">
                  <a:solidFill>
                    <a:schemeClr val="bg1"/>
                  </a:solidFill>
                  <a:latin typeface="Abadi" panose="020B0604020104020204" pitchFamily="34" charset="0"/>
                </a:rPr>
                <a:t> </a:t>
              </a:r>
              <a:r>
                <a:rPr lang="en-ID" sz="2500" b="1" dirty="0" err="1">
                  <a:solidFill>
                    <a:schemeClr val="bg1"/>
                  </a:solidFill>
                  <a:latin typeface="Abadi" panose="020B0604020104020204" pitchFamily="34" charset="0"/>
                </a:rPr>
                <a:t>akibat</a:t>
              </a:r>
              <a:r>
                <a:rPr lang="en-ID" sz="2500" b="1" dirty="0">
                  <a:solidFill>
                    <a:schemeClr val="bg1"/>
                  </a:solidFill>
                  <a:latin typeface="Abadi" panose="020B0604020104020204" pitchFamily="34" charset="0"/>
                </a:rPr>
                <a:t> </a:t>
              </a:r>
              <a:r>
                <a:rPr lang="en-ID" sz="2500" b="1" dirty="0" err="1">
                  <a:solidFill>
                    <a:schemeClr val="bg1"/>
                  </a:solidFill>
                  <a:latin typeface="Abadi" panose="020B0604020104020204" pitchFamily="34" charset="0"/>
                </a:rPr>
                <a:t>penumpukan</a:t>
              </a:r>
              <a:r>
                <a:rPr lang="en-ID" sz="2500" b="1" dirty="0">
                  <a:solidFill>
                    <a:schemeClr val="bg1"/>
                  </a:solidFill>
                  <a:latin typeface="Abadi" panose="020B0604020104020204" pitchFamily="34" charset="0"/>
                </a:rPr>
                <a:t> </a:t>
              </a:r>
              <a:r>
                <a:rPr lang="en-ID" sz="2500" b="1" dirty="0" err="1">
                  <a:solidFill>
                    <a:schemeClr val="bg1"/>
                  </a:solidFill>
                  <a:latin typeface="Abadi" panose="020B0604020104020204" pitchFamily="34" charset="0"/>
                </a:rPr>
                <a:t>sampah</a:t>
              </a:r>
              <a:r>
                <a:rPr lang="en-ID" sz="2500" b="1" dirty="0">
                  <a:solidFill>
                    <a:schemeClr val="bg1"/>
                  </a:solidFill>
                  <a:latin typeface="Abadi" panose="020B0604020104020204" pitchFamily="34" charset="0"/>
                </a:rPr>
                <a:t> yang </a:t>
              </a:r>
              <a:r>
                <a:rPr lang="en-ID" sz="2500" b="1" dirty="0" err="1">
                  <a:solidFill>
                    <a:schemeClr val="bg1"/>
                  </a:solidFill>
                  <a:latin typeface="Abadi" panose="020B0604020104020204" pitchFamily="34" charset="0"/>
                </a:rPr>
                <a:t>tidak</a:t>
              </a:r>
              <a:r>
                <a:rPr lang="en-ID" sz="2500" b="1" dirty="0">
                  <a:solidFill>
                    <a:schemeClr val="bg1"/>
                  </a:solidFill>
                  <a:latin typeface="Abadi" panose="020B0604020104020204" pitchFamily="34" charset="0"/>
                </a:rPr>
                <a:t> </a:t>
              </a:r>
              <a:r>
                <a:rPr lang="en-ID" sz="2500" b="1" dirty="0" err="1">
                  <a:solidFill>
                    <a:schemeClr val="bg1"/>
                  </a:solidFill>
                  <a:latin typeface="Abadi" panose="020B0604020104020204" pitchFamily="34" charset="0"/>
                </a:rPr>
                <a:t>terkelola</a:t>
              </a:r>
              <a:r>
                <a:rPr lang="en-ID" sz="2500" b="1" dirty="0">
                  <a:solidFill>
                    <a:schemeClr val="bg1"/>
                  </a:solidFill>
                  <a:latin typeface="Abadi" panose="020B0604020104020204" pitchFamily="34" charset="0"/>
                </a:rPr>
                <a:t>, yang </a:t>
              </a:r>
              <a:r>
                <a:rPr lang="en-ID" sz="2500" b="1" dirty="0" err="1">
                  <a:solidFill>
                    <a:schemeClr val="bg1"/>
                  </a:solidFill>
                  <a:latin typeface="Abadi" panose="020B0604020104020204" pitchFamily="34" charset="0"/>
                </a:rPr>
                <a:t>melepaskan</a:t>
              </a:r>
              <a:r>
                <a:rPr lang="en-ID" sz="2500" b="1" dirty="0">
                  <a:solidFill>
                    <a:schemeClr val="bg1"/>
                  </a:solidFill>
                  <a:latin typeface="Abadi" panose="020B0604020104020204" pitchFamily="34" charset="0"/>
                </a:rPr>
                <a:t> gas </a:t>
              </a:r>
              <a:r>
                <a:rPr lang="en-ID" sz="2500" b="1" dirty="0" err="1">
                  <a:solidFill>
                    <a:schemeClr val="bg1"/>
                  </a:solidFill>
                  <a:latin typeface="Abadi" panose="020B0604020104020204" pitchFamily="34" charset="0"/>
                </a:rPr>
                <a:t>rumah</a:t>
              </a:r>
              <a:r>
                <a:rPr lang="en-ID" sz="2500" b="1" dirty="0">
                  <a:solidFill>
                    <a:schemeClr val="bg1"/>
                  </a:solidFill>
                  <a:latin typeface="Abadi" panose="020B0604020104020204" pitchFamily="34" charset="0"/>
                </a:rPr>
                <a:t> </a:t>
              </a:r>
              <a:r>
                <a:rPr lang="en-ID" sz="2500" b="1" dirty="0" err="1">
                  <a:solidFill>
                    <a:schemeClr val="bg1"/>
                  </a:solidFill>
                  <a:latin typeface="Abadi" panose="020B0604020104020204" pitchFamily="34" charset="0"/>
                </a:rPr>
                <a:t>kaca</a:t>
              </a:r>
              <a:r>
                <a:rPr lang="en-ID" sz="2500" b="1" dirty="0">
                  <a:solidFill>
                    <a:schemeClr val="bg1"/>
                  </a:solidFill>
                  <a:latin typeface="Abadi" panose="020B0604020104020204" pitchFamily="34" charset="0"/>
                </a:rPr>
                <a:t> </a:t>
              </a:r>
              <a:r>
                <a:rPr lang="en-ID" sz="2500" b="1" dirty="0" err="1">
                  <a:solidFill>
                    <a:schemeClr val="bg1"/>
                  </a:solidFill>
                  <a:latin typeface="Abadi" panose="020B0604020104020204" pitchFamily="34" charset="0"/>
                </a:rPr>
                <a:t>ke</a:t>
              </a:r>
              <a:r>
                <a:rPr lang="en-ID" sz="2500" b="1" dirty="0">
                  <a:solidFill>
                    <a:schemeClr val="bg1"/>
                  </a:solidFill>
                  <a:latin typeface="Abadi" panose="020B0604020104020204" pitchFamily="34" charset="0"/>
                </a:rPr>
                <a:t> </a:t>
              </a:r>
              <a:r>
                <a:rPr lang="en-ID" sz="2500" b="1" dirty="0" err="1">
                  <a:solidFill>
                    <a:schemeClr val="bg1"/>
                  </a:solidFill>
                  <a:latin typeface="Abadi" panose="020B0604020104020204" pitchFamily="34" charset="0"/>
                </a:rPr>
                <a:t>atmosfer</a:t>
              </a:r>
              <a:r>
                <a:rPr lang="en-ID" sz="2500" b="1" dirty="0">
                  <a:solidFill>
                    <a:schemeClr val="bg1"/>
                  </a:solidFill>
                  <a:latin typeface="Abadi" panose="020B0604020104020204" pitchFamily="34" charset="0"/>
                </a:rPr>
                <a:t>. </a:t>
              </a:r>
              <a:r>
                <a:rPr lang="en-ID" sz="2500" b="1" dirty="0" err="1">
                  <a:solidFill>
                    <a:schemeClr val="bg1"/>
                  </a:solidFill>
                  <a:latin typeface="Abadi" panose="020B0604020104020204" pitchFamily="34" charset="0"/>
                </a:rPr>
                <a:t>Memahami</a:t>
              </a:r>
              <a:r>
                <a:rPr lang="en-ID" sz="2500" b="1" dirty="0">
                  <a:solidFill>
                    <a:schemeClr val="bg1"/>
                  </a:solidFill>
                  <a:latin typeface="Abadi" panose="020B0604020104020204" pitchFamily="34" charset="0"/>
                </a:rPr>
                <a:t> </a:t>
              </a:r>
              <a:r>
                <a:rPr lang="en-ID" sz="2500" b="1" dirty="0" err="1">
                  <a:solidFill>
                    <a:schemeClr val="bg1"/>
                  </a:solidFill>
                  <a:latin typeface="Abadi" panose="020B0604020104020204" pitchFamily="34" charset="0"/>
                </a:rPr>
                <a:t>iklim</a:t>
              </a:r>
              <a:r>
                <a:rPr lang="en-ID" sz="2500" b="1" dirty="0">
                  <a:solidFill>
                    <a:schemeClr val="bg1"/>
                  </a:solidFill>
                  <a:latin typeface="Abadi" panose="020B0604020104020204" pitchFamily="34" charset="0"/>
                </a:rPr>
                <a:t> </a:t>
              </a:r>
              <a:r>
                <a:rPr lang="en-ID" sz="2500" b="1" dirty="0" err="1">
                  <a:solidFill>
                    <a:schemeClr val="bg1"/>
                  </a:solidFill>
                  <a:latin typeface="Abadi" panose="020B0604020104020204" pitchFamily="34" charset="0"/>
                </a:rPr>
                <a:t>berarti</a:t>
              </a:r>
              <a:r>
                <a:rPr lang="en-ID" sz="2500" b="1" dirty="0">
                  <a:solidFill>
                    <a:schemeClr val="bg1"/>
                  </a:solidFill>
                  <a:latin typeface="Abadi" panose="020B0604020104020204" pitchFamily="34" charset="0"/>
                </a:rPr>
                <a:t> </a:t>
              </a:r>
              <a:r>
                <a:rPr lang="en-ID" sz="2500" b="1" dirty="0" err="1">
                  <a:solidFill>
                    <a:schemeClr val="bg1"/>
                  </a:solidFill>
                  <a:latin typeface="Abadi" panose="020B0604020104020204" pitchFamily="34" charset="0"/>
                </a:rPr>
                <a:t>memahami</a:t>
              </a:r>
              <a:r>
                <a:rPr lang="en-ID" sz="2500" b="1" dirty="0">
                  <a:solidFill>
                    <a:schemeClr val="bg1"/>
                  </a:solidFill>
                  <a:latin typeface="Abadi" panose="020B0604020104020204" pitchFamily="34" charset="0"/>
                </a:rPr>
                <a:t> </a:t>
              </a:r>
              <a:r>
                <a:rPr lang="en-ID" sz="2500" b="1" dirty="0" err="1">
                  <a:solidFill>
                    <a:schemeClr val="bg1"/>
                  </a:solidFill>
                  <a:latin typeface="Abadi" panose="020B0604020104020204" pitchFamily="34" charset="0"/>
                </a:rPr>
                <a:t>pentingnya</a:t>
              </a:r>
              <a:r>
                <a:rPr lang="en-ID" sz="2500" b="1" dirty="0">
                  <a:solidFill>
                    <a:schemeClr val="bg1"/>
                  </a:solidFill>
                  <a:latin typeface="Abadi" panose="020B0604020104020204" pitchFamily="34" charset="0"/>
                </a:rPr>
                <a:t> </a:t>
              </a:r>
              <a:r>
                <a:rPr lang="en-ID" sz="2500" b="1" dirty="0" err="1">
                  <a:solidFill>
                    <a:schemeClr val="bg1"/>
                  </a:solidFill>
                  <a:latin typeface="Abadi" panose="020B0604020104020204" pitchFamily="34" charset="0"/>
                </a:rPr>
                <a:t>pola</a:t>
              </a:r>
              <a:r>
                <a:rPr lang="en-ID" sz="2500" b="1" dirty="0">
                  <a:solidFill>
                    <a:schemeClr val="bg1"/>
                  </a:solidFill>
                  <a:latin typeface="Abadi" panose="020B0604020104020204" pitchFamily="34" charset="0"/>
                </a:rPr>
                <a:t> </a:t>
              </a:r>
              <a:r>
                <a:rPr lang="en-ID" sz="2500" b="1" dirty="0" err="1">
                  <a:solidFill>
                    <a:schemeClr val="bg1"/>
                  </a:solidFill>
                  <a:latin typeface="Abadi" panose="020B0604020104020204" pitchFamily="34" charset="0"/>
                </a:rPr>
                <a:t>konsumsi</a:t>
              </a:r>
              <a:r>
                <a:rPr lang="en-ID" sz="2500" b="1" dirty="0">
                  <a:solidFill>
                    <a:schemeClr val="bg1"/>
                  </a:solidFill>
                  <a:latin typeface="Abadi" panose="020B0604020104020204" pitchFamily="34" charset="0"/>
                </a:rPr>
                <a:t> </a:t>
              </a:r>
              <a:r>
                <a:rPr lang="en-ID" sz="2500" b="1" dirty="0" err="1">
                  <a:solidFill>
                    <a:schemeClr val="bg1"/>
                  </a:solidFill>
                  <a:latin typeface="Abadi" panose="020B0604020104020204" pitchFamily="34" charset="0"/>
                </a:rPr>
                <a:t>kita</a:t>
              </a:r>
              <a:r>
                <a:rPr lang="en-ID" sz="2500" b="1" dirty="0">
                  <a:solidFill>
                    <a:schemeClr val="bg1"/>
                  </a:solidFill>
                  <a:latin typeface="Abadi" panose="020B0604020104020204" pitchFamily="34" charset="0"/>
                </a:rPr>
                <a:t> </a:t>
              </a:r>
              <a:r>
                <a:rPr lang="en-ID" sz="2500" b="1" dirty="0" err="1">
                  <a:solidFill>
                    <a:schemeClr val="bg1"/>
                  </a:solidFill>
                  <a:latin typeface="Abadi" panose="020B0604020104020204" pitchFamily="34" charset="0"/>
                </a:rPr>
                <a:t>melalui</a:t>
              </a:r>
              <a:r>
                <a:rPr lang="en-ID" sz="2500" b="1" dirty="0">
                  <a:solidFill>
                    <a:schemeClr val="bg1"/>
                  </a:solidFill>
                  <a:latin typeface="Abadi" panose="020B0604020104020204" pitchFamily="34" charset="0"/>
                </a:rPr>
                <a:t> </a:t>
              </a:r>
              <a:r>
                <a:rPr lang="en-ID" sz="2500" b="1" dirty="0" err="1">
                  <a:solidFill>
                    <a:schemeClr val="bg1"/>
                  </a:solidFill>
                  <a:latin typeface="Abadi" panose="020B0604020104020204" pitchFamily="34" charset="0"/>
                </a:rPr>
                <a:t>prinsip</a:t>
              </a:r>
              <a:r>
                <a:rPr lang="en-ID" sz="2500" b="1" dirty="0">
                  <a:solidFill>
                    <a:schemeClr val="bg1"/>
                  </a:solidFill>
                  <a:latin typeface="Abadi" panose="020B0604020104020204" pitchFamily="34" charset="0"/>
                </a:rPr>
                <a:t> 4R.</a:t>
              </a:r>
            </a:p>
          </p:txBody>
        </p:sp>
        <p:pic>
          <p:nvPicPr>
            <p:cNvPr id="22" name="Picture 4" descr="Freezing Cold Face Emoji PNG | Icy Winter Icon">
              <a:extLst>
                <a:ext uri="{FF2B5EF4-FFF2-40B4-BE49-F238E27FC236}">
                  <a16:creationId xmlns:a16="http://schemas.microsoft.com/office/drawing/2014/main" id="{53377717-1BFF-426B-8E6A-FC144E37861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ackgroundRemoval t="4219" b="94375" l="7500" r="91875">
                          <a14:foregroundMark x1="33516" y1="8203" x2="33516" y2="8203"/>
                          <a14:foregroundMark x1="42266" y1="6250" x2="42266" y2="6250"/>
                          <a14:foregroundMark x1="50078" y1="5156" x2="50078" y2="5156"/>
                          <a14:foregroundMark x1="55937" y1="4766" x2="55937" y2="4766"/>
                          <a14:foregroundMark x1="62266" y1="6875" x2="62266" y2="6875"/>
                          <a14:foregroundMark x1="7578" y1="40156" x2="16406" y2="21250"/>
                          <a14:foregroundMark x1="16406" y1="21250" x2="28438" y2="11094"/>
                          <a14:foregroundMark x1="28438" y1="11094" x2="52500" y2="5703"/>
                          <a14:foregroundMark x1="52500" y1="5703" x2="59609" y2="5938"/>
                          <a14:foregroundMark x1="59609" y1="5938" x2="78125" y2="15469"/>
                          <a14:foregroundMark x1="78125" y1="15469" x2="83906" y2="22031"/>
                          <a14:foregroundMark x1="83906" y1="22031" x2="87813" y2="38672"/>
                          <a14:foregroundMark x1="87813" y1="38672" x2="84453" y2="59062"/>
                          <a14:foregroundMark x1="84453" y1="59062" x2="83984" y2="58672"/>
                          <a14:foregroundMark x1="32188" y1="7969" x2="50078" y2="4219"/>
                          <a14:foregroundMark x1="50078" y1="4219" x2="52344" y2="4609"/>
                          <a14:foregroundMark x1="9141" y1="38125" x2="9766" y2="56875"/>
                          <a14:foregroundMark x1="9766" y1="56875" x2="16406" y2="81875"/>
                          <a14:foregroundMark x1="16406" y1="81875" x2="23672" y2="87109"/>
                          <a14:foregroundMark x1="23672" y1="87109" x2="31094" y2="84453"/>
                          <a14:foregroundMark x1="31094" y1="84453" x2="40313" y2="83906"/>
                          <a14:foregroundMark x1="40313" y1="83906" x2="62266" y2="86328"/>
                          <a14:foregroundMark x1="62266" y1="86328" x2="71016" y2="85156"/>
                          <a14:foregroundMark x1="86250" y1="24766" x2="92031" y2="47578"/>
                          <a14:foregroundMark x1="92031" y1="47578" x2="87500" y2="66641"/>
                          <a14:foregroundMark x1="87500" y1="66641" x2="76719" y2="88594"/>
                          <a14:foregroundMark x1="73125" y1="83594" x2="75938" y2="91016"/>
                          <a14:foregroundMark x1="75938" y1="91016" x2="80547" y2="85391"/>
                          <a14:foregroundMark x1="80547" y1="85391" x2="80313" y2="82266"/>
                          <a14:foregroundMark x1="80703" y1="85703" x2="79844" y2="94375"/>
                          <a14:foregroundMark x1="79844" y1="94375" x2="75625" y2="90469"/>
                          <a14:foregroundMark x1="73672" y1="85547" x2="56094" y2="90703"/>
                          <a14:foregroundMark x1="56094" y1="90703" x2="30391" y2="88906"/>
                          <a14:foregroundMark x1="30391" y1="88906" x2="23203" y2="84609"/>
                          <a14:foregroundMark x1="23203" y1="84609" x2="20156" y2="91719"/>
                          <a14:foregroundMark x1="20156" y1="91719" x2="16328" y2="85781"/>
                          <a14:foregroundMark x1="16328" y1="85781" x2="15234" y2="84766"/>
                          <a14:foregroundMark x1="45703" y1="88203" x2="53672" y2="87656"/>
                          <a14:foregroundMark x1="53672" y1="87656" x2="54609" y2="87969"/>
                          <a14:foregroundMark x1="56563" y1="91406" x2="63203" y2="89141"/>
                          <a14:foregroundMark x1="43750" y1="91406" x2="40156" y2="89297"/>
                          <a14:foregroundMark x1="34063" y1="89531" x2="31406" y2="88359"/>
                          <a14:foregroundMark x1="25859" y1="87266" x2="20000" y2="91953"/>
                          <a14:foregroundMark x1="20000" y1="91953" x2="17891" y2="87266"/>
                          <a14:foregroundMark x1="30859" y1="89531" x2="37109" y2="88359"/>
                          <a14:foregroundMark x1="17266" y1="88359" x2="22422" y2="89922"/>
                          <a14:foregroundMark x1="16719" y1="88594" x2="21484" y2="89531"/>
                          <a14:foregroundMark x1="17891" y1="91250" x2="17891" y2="91250"/>
                          <a14:foregroundMark x1="17109" y1="89688" x2="21875" y2="89297"/>
                          <a14:foregroundMark x1="31953" y1="89297" x2="36563" y2="88203"/>
                          <a14:foregroundMark x1="30078" y1="88750" x2="36406" y2="91641"/>
                          <a14:foregroundMark x1="36406" y1="91641" x2="37891" y2="87422"/>
                          <a14:foregroundMark x1="25859" y1="56953" x2="71563" y2="59297"/>
                          <a14:foregroundMark x1="71563" y1="59297" x2="64297" y2="63125"/>
                          <a14:foregroundMark x1="64297" y1="63125" x2="23750" y2="62500"/>
                          <a14:foregroundMark x1="24531" y1="62266" x2="59062" y2="65938"/>
                          <a14:foregroundMark x1="59062" y1="65938" x2="75000" y2="64922"/>
                          <a14:foregroundMark x1="26797" y1="55391" x2="28359" y2="70078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560719">
              <a:off x="1703150" y="598208"/>
              <a:ext cx="1869311" cy="186931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93687641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slz="http://schemas.microsoft.com/office/powerpoint/2016/slidezoom" Requires="pslz">
          <p:graphicFrame>
            <p:nvGraphicFramePr>
              <p:cNvPr id="15" name="Slide Zoom 14">
                <a:extLst>
                  <a:ext uri="{FF2B5EF4-FFF2-40B4-BE49-F238E27FC236}">
                    <a16:creationId xmlns:a16="http://schemas.microsoft.com/office/drawing/2014/main" id="{87B25FB7-E6E4-4696-80FA-E700BD4331BB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133939268"/>
                  </p:ext>
                </p:extLst>
              </p:nvPr>
            </p:nvGraphicFramePr>
            <p:xfrm>
              <a:off x="0" y="26126"/>
              <a:ext cx="6096000" cy="3429000"/>
            </p:xfrm>
            <a:graphic>
              <a:graphicData uri="http://schemas.microsoft.com/office/powerpoint/2016/slidezoom">
                <pslz:sldZm>
                  <pslz:sldZmObj sldId="260" cId="1325360457">
                    <pslz:zmPr id="{4E682F92-0D83-4225-AA2B-47270035CDF3}" returnToParent="0" transitionDur="1000">
                      <p166:blipFill xmlns:p166="http://schemas.microsoft.com/office/powerpoint/2016/6/main">
                        <a:blip r:embed="rId2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6096000" cy="3429000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>
          <p:pic>
            <p:nvPicPr>
              <p:cNvPr id="15" name="Slide Zoom 14">
                <a:hlinkClick r:id="rId3" action="ppaction://hlinksldjump"/>
                <a:extLst>
                  <a:ext uri="{FF2B5EF4-FFF2-40B4-BE49-F238E27FC236}">
                    <a16:creationId xmlns:a16="http://schemas.microsoft.com/office/drawing/2014/main" id="{87B25FB7-E6E4-4696-80FA-E700BD4331BB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0" y="26126"/>
                <a:ext cx="6096000" cy="3429000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mc:AlternateContent xmlns:mc="http://schemas.openxmlformats.org/markup-compatibility/2006">
        <mc:Choice xmlns:pslz="http://schemas.microsoft.com/office/powerpoint/2016/slidezoom" Requires="pslz">
          <p:graphicFrame>
            <p:nvGraphicFramePr>
              <p:cNvPr id="17" name="Slide Zoom 16">
                <a:extLst>
                  <a:ext uri="{FF2B5EF4-FFF2-40B4-BE49-F238E27FC236}">
                    <a16:creationId xmlns:a16="http://schemas.microsoft.com/office/drawing/2014/main" id="{F5F82AAB-97B5-475C-94BC-A6B01C00E9D1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636238196"/>
                  </p:ext>
                </p:extLst>
              </p:nvPr>
            </p:nvGraphicFramePr>
            <p:xfrm>
              <a:off x="6096000" y="0"/>
              <a:ext cx="6096000" cy="3429000"/>
            </p:xfrm>
            <a:graphic>
              <a:graphicData uri="http://schemas.microsoft.com/office/powerpoint/2016/slidezoom">
                <pslz:sldZm>
                  <pslz:sldZmObj sldId="261" cId="2186510106">
                    <pslz:zmPr id="{36FE489B-6B2B-4EF6-97F0-CD6158B0ED4D}" returnToParent="0" transitionDur="1000">
                      <p166:blipFill xmlns:p166="http://schemas.microsoft.com/office/powerpoint/2016/6/main">
                        <a:blip r:embed="rId4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6096000" cy="3429000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>
          <p:pic>
            <p:nvPicPr>
              <p:cNvPr id="17" name="Slide Zoom 16">
                <a:hlinkClick r:id="rId5" action="ppaction://hlinksldjump"/>
                <a:extLst>
                  <a:ext uri="{FF2B5EF4-FFF2-40B4-BE49-F238E27FC236}">
                    <a16:creationId xmlns:a16="http://schemas.microsoft.com/office/drawing/2014/main" id="{F5F82AAB-97B5-475C-94BC-A6B01C00E9D1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096000" y="0"/>
                <a:ext cx="6096000" cy="3429000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mc:AlternateContent xmlns:mc="http://schemas.openxmlformats.org/markup-compatibility/2006">
        <mc:Choice xmlns:pslz="http://schemas.microsoft.com/office/powerpoint/2016/slidezoom" Requires="pslz">
          <p:graphicFrame>
            <p:nvGraphicFramePr>
              <p:cNvPr id="19" name="Slide Zoom 18">
                <a:extLst>
                  <a:ext uri="{FF2B5EF4-FFF2-40B4-BE49-F238E27FC236}">
                    <a16:creationId xmlns:a16="http://schemas.microsoft.com/office/drawing/2014/main" id="{6F316300-E708-4C6B-A3CA-7D5118824755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5440464"/>
                  </p:ext>
                </p:extLst>
              </p:nvPr>
            </p:nvGraphicFramePr>
            <p:xfrm>
              <a:off x="0" y="3429000"/>
              <a:ext cx="6096000" cy="3429000"/>
            </p:xfrm>
            <a:graphic>
              <a:graphicData uri="http://schemas.microsoft.com/office/powerpoint/2016/slidezoom">
                <pslz:sldZm>
                  <pslz:sldZmObj sldId="262" cId="3104767814">
                    <pslz:zmPr id="{2539512B-033E-4825-8517-4282D33FFF75}" returnToParent="0" transitionDur="1000">
                      <p166:blipFill xmlns:p166="http://schemas.microsoft.com/office/powerpoint/2016/6/main">
                        <a:blip r:embed="rId6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6096000" cy="3429000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>
          <p:pic>
            <p:nvPicPr>
              <p:cNvPr id="19" name="Slide Zoom 18">
                <a:hlinkClick r:id="rId7" action="ppaction://hlinksldjump"/>
                <a:extLst>
                  <a:ext uri="{FF2B5EF4-FFF2-40B4-BE49-F238E27FC236}">
                    <a16:creationId xmlns:a16="http://schemas.microsoft.com/office/drawing/2014/main" id="{6F316300-E708-4C6B-A3CA-7D5118824755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0" y="3429000"/>
                <a:ext cx="6096000" cy="3429000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mc:AlternateContent xmlns:mc="http://schemas.openxmlformats.org/markup-compatibility/2006">
        <mc:Choice xmlns:pslz="http://schemas.microsoft.com/office/powerpoint/2016/slidezoom" Requires="pslz">
          <p:graphicFrame>
            <p:nvGraphicFramePr>
              <p:cNvPr id="21" name="Slide Zoom 20">
                <a:extLst>
                  <a:ext uri="{FF2B5EF4-FFF2-40B4-BE49-F238E27FC236}">
                    <a16:creationId xmlns:a16="http://schemas.microsoft.com/office/drawing/2014/main" id="{42CE7FA0-DF1A-4BAE-AF87-F511CB25893C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419259921"/>
                  </p:ext>
                </p:extLst>
              </p:nvPr>
            </p:nvGraphicFramePr>
            <p:xfrm>
              <a:off x="6096000" y="3429000"/>
              <a:ext cx="6096000" cy="3429000"/>
            </p:xfrm>
            <a:graphic>
              <a:graphicData uri="http://schemas.microsoft.com/office/powerpoint/2016/slidezoom">
                <pslz:sldZm>
                  <pslz:sldZmObj sldId="263" cId="2819577855">
                    <pslz:zmPr id="{F9A43DE7-8A19-4304-AA1A-704633E64823}" returnToParent="0" transitionDur="1000">
                      <p166:blipFill xmlns:p166="http://schemas.microsoft.com/office/powerpoint/2016/6/main">
                        <a:blip r:embed="rId8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6096000" cy="3429000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>
          <p:pic>
            <p:nvPicPr>
              <p:cNvPr id="21" name="Slide Zoom 20">
                <a:hlinkClick r:id="rId9" action="ppaction://hlinksldjump"/>
                <a:extLst>
                  <a:ext uri="{FF2B5EF4-FFF2-40B4-BE49-F238E27FC236}">
                    <a16:creationId xmlns:a16="http://schemas.microsoft.com/office/drawing/2014/main" id="{42CE7FA0-DF1A-4BAE-AF87-F511CB25893C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096000" y="3429000"/>
                <a:ext cx="6096000" cy="3429000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6551435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50">
        <p:push dir="u"/>
      </p:transition>
    </mc:Choice>
    <mc:Fallback>
      <p:transition spd="slow" advClick="0" advTm="50">
        <p:push dir="u"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00B0F0"/>
            </a:gs>
            <a:gs pos="57000">
              <a:schemeClr val="tx1"/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ardrop 3">
            <a:extLst>
              <a:ext uri="{FF2B5EF4-FFF2-40B4-BE49-F238E27FC236}">
                <a16:creationId xmlns:a16="http://schemas.microsoft.com/office/drawing/2014/main" id="{C408F117-5395-4AEB-AD23-E949F9FA3B0E}"/>
              </a:ext>
            </a:extLst>
          </p:cNvPr>
          <p:cNvSpPr/>
          <p:nvPr/>
        </p:nvSpPr>
        <p:spPr>
          <a:xfrm rot="5400000">
            <a:off x="9315156" y="4020347"/>
            <a:ext cx="2982351" cy="2771336"/>
          </a:xfrm>
          <a:prstGeom prst="teardrop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5124" name="Picture 4" descr="reduce reuse recycle symbol set. red, blue &amp; green icons on white  background. collection | Premium Vector">
            <a:extLst>
              <a:ext uri="{FF2B5EF4-FFF2-40B4-BE49-F238E27FC236}">
                <a16:creationId xmlns:a16="http://schemas.microsoft.com/office/drawing/2014/main" id="{7DCCD627-8B41-48EE-B79B-901C7851F1F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duotone>
              <a:prstClr val="black"/>
              <a:srgbClr val="00B0F0">
                <a:tint val="45000"/>
                <a:satMod val="400000"/>
              </a:srgb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3342" r="30081">
                        <a14:foregroundMark x1="23642" y1="30605" x2="23642" y2="30605"/>
                        <a14:foregroundMark x1="14377" y1="27758" x2="14377" y2="27758"/>
                        <a14:foregroundMark x1="13259" y1="59431" x2="13259" y2="5943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-20523" r="66577" b="-1"/>
          <a:stretch/>
        </p:blipFill>
        <p:spPr bwMode="auto">
          <a:xfrm>
            <a:off x="9615271" y="3478085"/>
            <a:ext cx="2382119" cy="3855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BC77AF1-1C69-4919-976D-C8E2DBCF3FDF}"/>
              </a:ext>
            </a:extLst>
          </p:cNvPr>
          <p:cNvSpPr txBox="1"/>
          <p:nvPr/>
        </p:nvSpPr>
        <p:spPr>
          <a:xfrm>
            <a:off x="1567542" y="1894114"/>
            <a:ext cx="209005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Bold" panose="020B0502040204020203" pitchFamily="34" charset="0"/>
              </a:rPr>
              <a:t>REDUCE</a:t>
            </a:r>
            <a:endParaRPr lang="en-ID" sz="3000" dirty="0">
              <a:solidFill>
                <a:srgbClr val="00B0F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ahnschrift SemiBold" panose="020B05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7506424-D1B7-4E82-BC26-FC84FA83D873}"/>
              </a:ext>
            </a:extLst>
          </p:cNvPr>
          <p:cNvSpPr txBox="1"/>
          <p:nvPr/>
        </p:nvSpPr>
        <p:spPr>
          <a:xfrm>
            <a:off x="1567542" y="2437511"/>
            <a:ext cx="569540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dirty="0" err="1">
                <a:solidFill>
                  <a:schemeClr val="bg1"/>
                </a:solidFill>
                <a:latin typeface="Berlin Sans FB" panose="020E0602020502020306" pitchFamily="34" charset="0"/>
              </a:rPr>
              <a:t>meminimalkan</a:t>
            </a:r>
            <a:r>
              <a:rPr lang="en-ID" dirty="0">
                <a:solidFill>
                  <a:schemeClr val="bg1"/>
                </a:solidFill>
                <a:latin typeface="Berlin Sans FB" panose="020E0602020502020306" pitchFamily="34" charset="0"/>
              </a:rPr>
              <a:t> </a:t>
            </a:r>
            <a:r>
              <a:rPr lang="en-ID" dirty="0" err="1">
                <a:solidFill>
                  <a:schemeClr val="bg1"/>
                </a:solidFill>
                <a:latin typeface="Berlin Sans FB" panose="020E0602020502020306" pitchFamily="34" charset="0"/>
              </a:rPr>
              <a:t>jumlah</a:t>
            </a:r>
            <a:r>
              <a:rPr lang="en-ID" dirty="0">
                <a:solidFill>
                  <a:schemeClr val="bg1"/>
                </a:solidFill>
                <a:latin typeface="Berlin Sans FB" panose="020E0602020502020306" pitchFamily="34" charset="0"/>
              </a:rPr>
              <a:t> </a:t>
            </a:r>
            <a:r>
              <a:rPr lang="en-ID" dirty="0" err="1">
                <a:solidFill>
                  <a:schemeClr val="bg1"/>
                </a:solidFill>
                <a:latin typeface="Berlin Sans FB" panose="020E0602020502020306" pitchFamily="34" charset="0"/>
              </a:rPr>
              <a:t>sampah</a:t>
            </a:r>
            <a:r>
              <a:rPr lang="en-ID" dirty="0">
                <a:solidFill>
                  <a:schemeClr val="bg1"/>
                </a:solidFill>
                <a:latin typeface="Berlin Sans FB" panose="020E0602020502020306" pitchFamily="34" charset="0"/>
              </a:rPr>
              <a:t> </a:t>
            </a:r>
            <a:r>
              <a:rPr lang="en-ID" dirty="0" err="1">
                <a:solidFill>
                  <a:schemeClr val="bg1"/>
                </a:solidFill>
                <a:latin typeface="Berlin Sans FB" panose="020E0602020502020306" pitchFamily="34" charset="0"/>
              </a:rPr>
              <a:t>atau</a:t>
            </a:r>
            <a:r>
              <a:rPr lang="en-ID" dirty="0">
                <a:solidFill>
                  <a:schemeClr val="bg1"/>
                </a:solidFill>
                <a:latin typeface="Berlin Sans FB" panose="020E0602020502020306" pitchFamily="34" charset="0"/>
              </a:rPr>
              <a:t> </a:t>
            </a:r>
            <a:r>
              <a:rPr lang="en-ID" dirty="0" err="1">
                <a:solidFill>
                  <a:schemeClr val="bg1"/>
                </a:solidFill>
                <a:latin typeface="Berlin Sans FB" panose="020E0602020502020306" pitchFamily="34" charset="0"/>
              </a:rPr>
              <a:t>limbah</a:t>
            </a:r>
            <a:r>
              <a:rPr lang="en-ID" dirty="0">
                <a:solidFill>
                  <a:schemeClr val="bg1"/>
                </a:solidFill>
                <a:latin typeface="Berlin Sans FB" panose="020E0602020502020306" pitchFamily="34" charset="0"/>
              </a:rPr>
              <a:t> yang </a:t>
            </a:r>
            <a:r>
              <a:rPr lang="en-ID" dirty="0" err="1">
                <a:solidFill>
                  <a:schemeClr val="bg1"/>
                </a:solidFill>
                <a:latin typeface="Berlin Sans FB" panose="020E0602020502020306" pitchFamily="34" charset="0"/>
              </a:rPr>
              <a:t>dihasilkan</a:t>
            </a:r>
            <a:r>
              <a:rPr lang="en-ID" dirty="0">
                <a:solidFill>
                  <a:schemeClr val="bg1"/>
                </a:solidFill>
                <a:latin typeface="Berlin Sans FB" panose="020E0602020502020306" pitchFamily="34" charset="0"/>
              </a:rPr>
              <a:t> </a:t>
            </a:r>
            <a:r>
              <a:rPr lang="en-ID" dirty="0" err="1">
                <a:solidFill>
                  <a:schemeClr val="bg1"/>
                </a:solidFill>
                <a:latin typeface="Berlin Sans FB" panose="020E0602020502020306" pitchFamily="34" charset="0"/>
              </a:rPr>
              <a:t>dengan</a:t>
            </a:r>
            <a:r>
              <a:rPr lang="en-ID" dirty="0">
                <a:solidFill>
                  <a:schemeClr val="bg1"/>
                </a:solidFill>
                <a:latin typeface="Berlin Sans FB" panose="020E0602020502020306" pitchFamily="34" charset="0"/>
              </a:rPr>
              <a:t> </a:t>
            </a:r>
            <a:r>
              <a:rPr lang="en-ID" dirty="0" err="1">
                <a:solidFill>
                  <a:schemeClr val="bg1"/>
                </a:solidFill>
                <a:latin typeface="Berlin Sans FB" panose="020E0602020502020306" pitchFamily="34" charset="0"/>
              </a:rPr>
              <a:t>cara</a:t>
            </a:r>
            <a:r>
              <a:rPr lang="en-ID" dirty="0">
                <a:solidFill>
                  <a:schemeClr val="bg1"/>
                </a:solidFill>
                <a:latin typeface="Berlin Sans FB" panose="020E0602020502020306" pitchFamily="34" charset="0"/>
              </a:rPr>
              <a:t> </a:t>
            </a:r>
            <a:r>
              <a:rPr lang="en-ID" dirty="0" err="1">
                <a:solidFill>
                  <a:schemeClr val="bg1"/>
                </a:solidFill>
                <a:latin typeface="Berlin Sans FB" panose="020E0602020502020306" pitchFamily="34" charset="0"/>
              </a:rPr>
              <a:t>mengurangi</a:t>
            </a:r>
            <a:r>
              <a:rPr lang="en-ID" dirty="0">
                <a:solidFill>
                  <a:schemeClr val="bg1"/>
                </a:solidFill>
                <a:latin typeface="Berlin Sans FB" panose="020E0602020502020306" pitchFamily="34" charset="0"/>
              </a:rPr>
              <a:t> </a:t>
            </a:r>
            <a:r>
              <a:rPr lang="en-ID" dirty="0" err="1">
                <a:solidFill>
                  <a:schemeClr val="bg1"/>
                </a:solidFill>
                <a:latin typeface="Berlin Sans FB" panose="020E0602020502020306" pitchFamily="34" charset="0"/>
              </a:rPr>
              <a:t>penggunaan</a:t>
            </a:r>
            <a:r>
              <a:rPr lang="en-ID" dirty="0">
                <a:solidFill>
                  <a:schemeClr val="bg1"/>
                </a:solidFill>
                <a:latin typeface="Berlin Sans FB" panose="020E0602020502020306" pitchFamily="34" charset="0"/>
              </a:rPr>
              <a:t> </a:t>
            </a:r>
            <a:r>
              <a:rPr lang="en-ID" dirty="0" err="1">
                <a:solidFill>
                  <a:schemeClr val="bg1"/>
                </a:solidFill>
                <a:latin typeface="Berlin Sans FB" panose="020E0602020502020306" pitchFamily="34" charset="0"/>
              </a:rPr>
              <a:t>barang</a:t>
            </a:r>
            <a:r>
              <a:rPr lang="en-ID" dirty="0">
                <a:solidFill>
                  <a:schemeClr val="bg1"/>
                </a:solidFill>
                <a:latin typeface="Berlin Sans FB" panose="020E0602020502020306" pitchFamily="34" charset="0"/>
              </a:rPr>
              <a:t> yang </a:t>
            </a:r>
            <a:r>
              <a:rPr lang="en-ID" dirty="0" err="1">
                <a:solidFill>
                  <a:schemeClr val="bg1"/>
                </a:solidFill>
                <a:latin typeface="Berlin Sans FB" panose="020E0602020502020306" pitchFamily="34" charset="0"/>
              </a:rPr>
              <a:t>berpotensi</a:t>
            </a:r>
            <a:r>
              <a:rPr lang="en-ID" dirty="0">
                <a:solidFill>
                  <a:schemeClr val="bg1"/>
                </a:solidFill>
                <a:latin typeface="Berlin Sans FB" panose="020E0602020502020306" pitchFamily="34" charset="0"/>
              </a:rPr>
              <a:t> </a:t>
            </a:r>
            <a:r>
              <a:rPr lang="en-ID" dirty="0" err="1">
                <a:solidFill>
                  <a:schemeClr val="bg1"/>
                </a:solidFill>
                <a:latin typeface="Berlin Sans FB" panose="020E0602020502020306" pitchFamily="34" charset="0"/>
              </a:rPr>
              <a:t>menjadi</a:t>
            </a:r>
            <a:r>
              <a:rPr lang="en-ID" dirty="0">
                <a:solidFill>
                  <a:schemeClr val="bg1"/>
                </a:solidFill>
                <a:latin typeface="Berlin Sans FB" panose="020E0602020502020306" pitchFamily="34" charset="0"/>
              </a:rPr>
              <a:t> </a:t>
            </a:r>
            <a:r>
              <a:rPr lang="en-ID" dirty="0" err="1">
                <a:solidFill>
                  <a:schemeClr val="bg1"/>
                </a:solidFill>
                <a:latin typeface="Berlin Sans FB" panose="020E0602020502020306" pitchFamily="34" charset="0"/>
              </a:rPr>
              <a:t>sampah</a:t>
            </a:r>
            <a:r>
              <a:rPr lang="en-ID" dirty="0">
                <a:solidFill>
                  <a:schemeClr val="bg1"/>
                </a:solidFill>
                <a:latin typeface="Berlin Sans FB" panose="020E0602020502020306" pitchFamily="34" charset="0"/>
              </a:rPr>
              <a:t>, </a:t>
            </a:r>
            <a:r>
              <a:rPr lang="en-ID" dirty="0" err="1">
                <a:solidFill>
                  <a:schemeClr val="bg1"/>
                </a:solidFill>
                <a:latin typeface="Berlin Sans FB" panose="020E0602020502020306" pitchFamily="34" charset="0"/>
              </a:rPr>
              <a:t>terutama</a:t>
            </a:r>
            <a:r>
              <a:rPr lang="en-ID" dirty="0">
                <a:solidFill>
                  <a:schemeClr val="bg1"/>
                </a:solidFill>
                <a:latin typeface="Berlin Sans FB" panose="020E0602020502020306" pitchFamily="34" charset="0"/>
              </a:rPr>
              <a:t> </a:t>
            </a:r>
            <a:r>
              <a:rPr lang="en-ID" dirty="0" err="1">
                <a:solidFill>
                  <a:schemeClr val="bg1"/>
                </a:solidFill>
                <a:latin typeface="Berlin Sans FB" panose="020E0602020502020306" pitchFamily="34" charset="0"/>
              </a:rPr>
              <a:t>barang</a:t>
            </a:r>
            <a:r>
              <a:rPr lang="en-ID" dirty="0">
                <a:solidFill>
                  <a:schemeClr val="bg1"/>
                </a:solidFill>
                <a:latin typeface="Berlin Sans FB" panose="020E0602020502020306" pitchFamily="34" charset="0"/>
              </a:rPr>
              <a:t> </a:t>
            </a:r>
            <a:r>
              <a:rPr lang="en-ID" dirty="0" err="1">
                <a:solidFill>
                  <a:schemeClr val="bg1"/>
                </a:solidFill>
                <a:latin typeface="Berlin Sans FB" panose="020E0602020502020306" pitchFamily="34" charset="0"/>
              </a:rPr>
              <a:t>sekali</a:t>
            </a:r>
            <a:r>
              <a:rPr lang="en-ID" dirty="0">
                <a:solidFill>
                  <a:schemeClr val="bg1"/>
                </a:solidFill>
                <a:latin typeface="Berlin Sans FB" panose="020E0602020502020306" pitchFamily="34" charset="0"/>
              </a:rPr>
              <a:t> </a:t>
            </a:r>
            <a:r>
              <a:rPr lang="en-ID" dirty="0" err="1">
                <a:solidFill>
                  <a:schemeClr val="bg1"/>
                </a:solidFill>
                <a:latin typeface="Berlin Sans FB" panose="020E0602020502020306" pitchFamily="34" charset="0"/>
              </a:rPr>
              <a:t>pakai</a:t>
            </a:r>
            <a:r>
              <a:rPr lang="en-ID" dirty="0">
                <a:solidFill>
                  <a:schemeClr val="bg1"/>
                </a:solidFill>
                <a:latin typeface="Berlin Sans FB" panose="020E0602020502020306" pitchFamily="34" charset="0"/>
              </a:rPr>
              <a:t> </a:t>
            </a:r>
            <a:r>
              <a:rPr lang="en-ID" dirty="0" err="1">
                <a:solidFill>
                  <a:schemeClr val="bg1"/>
                </a:solidFill>
                <a:latin typeface="Berlin Sans FB" panose="020E0602020502020306" pitchFamily="34" charset="0"/>
              </a:rPr>
              <a:t>atau</a:t>
            </a:r>
            <a:r>
              <a:rPr lang="en-ID" dirty="0">
                <a:solidFill>
                  <a:schemeClr val="bg1"/>
                </a:solidFill>
                <a:latin typeface="Berlin Sans FB" panose="020E0602020502020306" pitchFamily="34" charset="0"/>
              </a:rPr>
              <a:t> </a:t>
            </a:r>
            <a:r>
              <a:rPr lang="en-ID" dirty="0" err="1">
                <a:solidFill>
                  <a:schemeClr val="bg1"/>
                </a:solidFill>
                <a:latin typeface="Berlin Sans FB" panose="020E0602020502020306" pitchFamily="34" charset="0"/>
              </a:rPr>
              <a:t>tidak</a:t>
            </a:r>
            <a:r>
              <a:rPr lang="en-ID" dirty="0">
                <a:solidFill>
                  <a:schemeClr val="bg1"/>
                </a:solidFill>
                <a:latin typeface="Berlin Sans FB" panose="020E0602020502020306" pitchFamily="34" charset="0"/>
              </a:rPr>
              <a:t> </a:t>
            </a:r>
            <a:r>
              <a:rPr lang="en-ID" dirty="0" err="1">
                <a:solidFill>
                  <a:schemeClr val="bg1"/>
                </a:solidFill>
                <a:latin typeface="Berlin Sans FB" panose="020E0602020502020306" pitchFamily="34" charset="0"/>
              </a:rPr>
              <a:t>ramah</a:t>
            </a:r>
            <a:r>
              <a:rPr lang="en-ID" dirty="0">
                <a:solidFill>
                  <a:schemeClr val="bg1"/>
                </a:solidFill>
                <a:latin typeface="Berlin Sans FB" panose="020E0602020502020306" pitchFamily="34" charset="0"/>
              </a:rPr>
              <a:t> </a:t>
            </a:r>
            <a:r>
              <a:rPr lang="en-ID" dirty="0" err="1">
                <a:solidFill>
                  <a:schemeClr val="bg1"/>
                </a:solidFill>
                <a:latin typeface="Berlin Sans FB" panose="020E0602020502020306" pitchFamily="34" charset="0"/>
              </a:rPr>
              <a:t>lingkungan</a:t>
            </a:r>
            <a:r>
              <a:rPr lang="en-ID" dirty="0">
                <a:solidFill>
                  <a:schemeClr val="bg1"/>
                </a:solidFill>
                <a:latin typeface="Berlin Sans FB" panose="020E0602020502020306" pitchFamily="34" charset="0"/>
              </a:rPr>
              <a:t>, </a:t>
            </a:r>
            <a:r>
              <a:rPr lang="en-ID" dirty="0" err="1">
                <a:solidFill>
                  <a:schemeClr val="bg1"/>
                </a:solidFill>
                <a:latin typeface="Berlin Sans FB" panose="020E0602020502020306" pitchFamily="34" charset="0"/>
              </a:rPr>
              <a:t>serta</a:t>
            </a:r>
            <a:r>
              <a:rPr lang="en-ID" dirty="0">
                <a:solidFill>
                  <a:schemeClr val="bg1"/>
                </a:solidFill>
                <a:latin typeface="Berlin Sans FB" panose="020E0602020502020306" pitchFamily="34" charset="0"/>
              </a:rPr>
              <a:t> </a:t>
            </a:r>
            <a:r>
              <a:rPr lang="en-ID" dirty="0" err="1">
                <a:solidFill>
                  <a:schemeClr val="bg1"/>
                </a:solidFill>
                <a:latin typeface="Berlin Sans FB" panose="020E0602020502020306" pitchFamily="34" charset="0"/>
              </a:rPr>
              <a:t>menghemat</a:t>
            </a:r>
            <a:r>
              <a:rPr lang="en-ID" dirty="0">
                <a:solidFill>
                  <a:schemeClr val="bg1"/>
                </a:solidFill>
                <a:latin typeface="Berlin Sans FB" panose="020E0602020502020306" pitchFamily="34" charset="0"/>
              </a:rPr>
              <a:t> </a:t>
            </a:r>
            <a:r>
              <a:rPr lang="en-ID" dirty="0" err="1">
                <a:solidFill>
                  <a:schemeClr val="bg1"/>
                </a:solidFill>
                <a:latin typeface="Berlin Sans FB" panose="020E0602020502020306" pitchFamily="34" charset="0"/>
              </a:rPr>
              <a:t>sumber</a:t>
            </a:r>
            <a:r>
              <a:rPr lang="en-ID" dirty="0">
                <a:solidFill>
                  <a:schemeClr val="bg1"/>
                </a:solidFill>
                <a:latin typeface="Berlin Sans FB" panose="020E0602020502020306" pitchFamily="34" charset="0"/>
              </a:rPr>
              <a:t> </a:t>
            </a:r>
            <a:r>
              <a:rPr lang="en-ID" dirty="0" err="1">
                <a:solidFill>
                  <a:schemeClr val="bg1"/>
                </a:solidFill>
                <a:latin typeface="Berlin Sans FB" panose="020E0602020502020306" pitchFamily="34" charset="0"/>
              </a:rPr>
              <a:t>daya</a:t>
            </a:r>
            <a:r>
              <a:rPr lang="en-ID" dirty="0">
                <a:solidFill>
                  <a:schemeClr val="bg1"/>
                </a:solidFill>
                <a:latin typeface="Berlin Sans FB" panose="020E0602020502020306" pitchFamily="34" charset="0"/>
              </a:rPr>
              <a:t> </a:t>
            </a:r>
            <a:r>
              <a:rPr lang="en-ID" dirty="0" err="1">
                <a:solidFill>
                  <a:schemeClr val="bg1"/>
                </a:solidFill>
                <a:latin typeface="Berlin Sans FB" panose="020E0602020502020306" pitchFamily="34" charset="0"/>
              </a:rPr>
              <a:t>seperti</a:t>
            </a:r>
            <a:r>
              <a:rPr lang="en-ID" dirty="0">
                <a:solidFill>
                  <a:schemeClr val="bg1"/>
                </a:solidFill>
                <a:latin typeface="Berlin Sans FB" panose="020E0602020502020306" pitchFamily="34" charset="0"/>
              </a:rPr>
              <a:t> air dan </a:t>
            </a:r>
            <a:r>
              <a:rPr lang="en-ID" dirty="0" err="1">
                <a:solidFill>
                  <a:schemeClr val="bg1"/>
                </a:solidFill>
                <a:latin typeface="Berlin Sans FB" panose="020E0602020502020306" pitchFamily="34" charset="0"/>
              </a:rPr>
              <a:t>energi</a:t>
            </a:r>
            <a:r>
              <a:rPr lang="en-ID" b="0" i="0" dirty="0">
                <a:solidFill>
                  <a:schemeClr val="bg1"/>
                </a:solidFill>
                <a:effectLst/>
                <a:latin typeface="Berlin Sans FB" panose="020E0602020502020306" pitchFamily="34" charset="0"/>
              </a:rPr>
              <a:t>.</a:t>
            </a:r>
            <a:endParaRPr lang="en-ID" dirty="0">
              <a:solidFill>
                <a:schemeClr val="bg1"/>
              </a:solidFill>
              <a:latin typeface="Berlin Sans FB" panose="020E0602020502020306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53604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FF0000"/>
            </a:gs>
            <a:gs pos="50000">
              <a:schemeClr val="tx1"/>
            </a:gs>
          </a:gsLst>
          <a:path path="circle">
            <a:fillToRect t="100000" r="100000"/>
          </a:path>
          <a:tileRect l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ardrop 3">
            <a:extLst>
              <a:ext uri="{FF2B5EF4-FFF2-40B4-BE49-F238E27FC236}">
                <a16:creationId xmlns:a16="http://schemas.microsoft.com/office/drawing/2014/main" id="{C408F117-5395-4AEB-AD23-E949F9FA3B0E}"/>
              </a:ext>
            </a:extLst>
          </p:cNvPr>
          <p:cNvSpPr/>
          <p:nvPr/>
        </p:nvSpPr>
        <p:spPr>
          <a:xfrm rot="10800000">
            <a:off x="0" y="4086664"/>
            <a:ext cx="2982351" cy="2771336"/>
          </a:xfrm>
          <a:prstGeom prst="teardrop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BC77AF1-1C69-4919-976D-C8E2DBCF3FDF}"/>
              </a:ext>
            </a:extLst>
          </p:cNvPr>
          <p:cNvSpPr txBox="1"/>
          <p:nvPr/>
        </p:nvSpPr>
        <p:spPr>
          <a:xfrm>
            <a:off x="5759715" y="2040048"/>
            <a:ext cx="209005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Bold" panose="020B0502040204020203" pitchFamily="34" charset="0"/>
              </a:rPr>
              <a:t>REUSE</a:t>
            </a:r>
            <a:endParaRPr lang="en-ID" sz="30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ahnschrift SemiBold" panose="020B05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7506424-D1B7-4E82-BC26-FC84FA83D873}"/>
              </a:ext>
            </a:extLst>
          </p:cNvPr>
          <p:cNvSpPr txBox="1"/>
          <p:nvPr/>
        </p:nvSpPr>
        <p:spPr>
          <a:xfrm>
            <a:off x="5759715" y="2594046"/>
            <a:ext cx="569540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dirty="0" err="1">
                <a:solidFill>
                  <a:schemeClr val="bg1"/>
                </a:solidFill>
              </a:rPr>
              <a:t>prinsip</a:t>
            </a:r>
            <a:r>
              <a:rPr lang="en-ID" dirty="0">
                <a:solidFill>
                  <a:schemeClr val="bg1"/>
                </a:solidFill>
              </a:rPr>
              <a:t> </a:t>
            </a:r>
            <a:r>
              <a:rPr lang="en-ID" dirty="0" err="1">
                <a:solidFill>
                  <a:schemeClr val="bg1"/>
                </a:solidFill>
              </a:rPr>
              <a:t>pengelolaan</a:t>
            </a:r>
            <a:r>
              <a:rPr lang="en-ID" dirty="0">
                <a:solidFill>
                  <a:schemeClr val="bg1"/>
                </a:solidFill>
              </a:rPr>
              <a:t> </a:t>
            </a:r>
            <a:r>
              <a:rPr lang="en-ID" dirty="0" err="1">
                <a:solidFill>
                  <a:schemeClr val="bg1"/>
                </a:solidFill>
              </a:rPr>
              <a:t>sampah</a:t>
            </a:r>
            <a:r>
              <a:rPr lang="en-ID" dirty="0">
                <a:solidFill>
                  <a:schemeClr val="bg1"/>
                </a:solidFill>
              </a:rPr>
              <a:t> </a:t>
            </a:r>
            <a:r>
              <a:rPr lang="en-ID" dirty="0" err="1">
                <a:solidFill>
                  <a:schemeClr val="bg1"/>
                </a:solidFill>
              </a:rPr>
              <a:t>dengan</a:t>
            </a:r>
            <a:r>
              <a:rPr lang="en-ID" dirty="0">
                <a:solidFill>
                  <a:schemeClr val="bg1"/>
                </a:solidFill>
              </a:rPr>
              <a:t> </a:t>
            </a:r>
            <a:r>
              <a:rPr lang="en-ID" dirty="0" err="1">
                <a:solidFill>
                  <a:schemeClr val="bg1"/>
                </a:solidFill>
              </a:rPr>
              <a:t>memakai</a:t>
            </a:r>
            <a:r>
              <a:rPr lang="en-ID" dirty="0">
                <a:solidFill>
                  <a:schemeClr val="bg1"/>
                </a:solidFill>
              </a:rPr>
              <a:t> </a:t>
            </a:r>
            <a:r>
              <a:rPr lang="en-ID" dirty="0" err="1">
                <a:solidFill>
                  <a:schemeClr val="bg1"/>
                </a:solidFill>
              </a:rPr>
              <a:t>kembali</a:t>
            </a:r>
            <a:r>
              <a:rPr lang="en-ID" dirty="0">
                <a:solidFill>
                  <a:schemeClr val="bg1"/>
                </a:solidFill>
              </a:rPr>
              <a:t> </a:t>
            </a:r>
            <a:r>
              <a:rPr lang="en-ID" dirty="0" err="1">
                <a:solidFill>
                  <a:schemeClr val="bg1"/>
                </a:solidFill>
              </a:rPr>
              <a:t>barang-barang</a:t>
            </a:r>
            <a:r>
              <a:rPr lang="en-ID" dirty="0">
                <a:solidFill>
                  <a:schemeClr val="bg1"/>
                </a:solidFill>
              </a:rPr>
              <a:t> yang </a:t>
            </a:r>
            <a:r>
              <a:rPr lang="en-ID" dirty="0" err="1">
                <a:solidFill>
                  <a:schemeClr val="bg1"/>
                </a:solidFill>
              </a:rPr>
              <a:t>masih</a:t>
            </a:r>
            <a:r>
              <a:rPr lang="en-ID" dirty="0">
                <a:solidFill>
                  <a:schemeClr val="bg1"/>
                </a:solidFill>
              </a:rPr>
              <a:t> </a:t>
            </a:r>
            <a:r>
              <a:rPr lang="en-ID" dirty="0" err="1">
                <a:solidFill>
                  <a:schemeClr val="bg1"/>
                </a:solidFill>
              </a:rPr>
              <a:t>layak</a:t>
            </a:r>
            <a:r>
              <a:rPr lang="en-ID" dirty="0">
                <a:solidFill>
                  <a:schemeClr val="bg1"/>
                </a:solidFill>
              </a:rPr>
              <a:t> </a:t>
            </a:r>
            <a:r>
              <a:rPr lang="en-ID" dirty="0" err="1">
                <a:solidFill>
                  <a:schemeClr val="bg1"/>
                </a:solidFill>
              </a:rPr>
              <a:t>pakai</a:t>
            </a:r>
            <a:r>
              <a:rPr lang="en-ID" dirty="0">
                <a:solidFill>
                  <a:schemeClr val="bg1"/>
                </a:solidFill>
              </a:rPr>
              <a:t> </a:t>
            </a:r>
            <a:r>
              <a:rPr lang="en-ID" dirty="0" err="1">
                <a:solidFill>
                  <a:schemeClr val="bg1"/>
                </a:solidFill>
              </a:rPr>
              <a:t>untuk</a:t>
            </a:r>
            <a:r>
              <a:rPr lang="en-ID" dirty="0">
                <a:solidFill>
                  <a:schemeClr val="bg1"/>
                </a:solidFill>
              </a:rPr>
              <a:t> </a:t>
            </a:r>
            <a:r>
              <a:rPr lang="en-ID" dirty="0" err="1">
                <a:solidFill>
                  <a:schemeClr val="bg1"/>
                </a:solidFill>
              </a:rPr>
              <a:t>fungsi</a:t>
            </a:r>
            <a:r>
              <a:rPr lang="en-ID" dirty="0">
                <a:solidFill>
                  <a:schemeClr val="bg1"/>
                </a:solidFill>
              </a:rPr>
              <a:t> yang </a:t>
            </a:r>
            <a:r>
              <a:rPr lang="en-ID" dirty="0" err="1">
                <a:solidFill>
                  <a:schemeClr val="bg1"/>
                </a:solidFill>
              </a:rPr>
              <a:t>sama</a:t>
            </a:r>
            <a:r>
              <a:rPr lang="en-ID" dirty="0">
                <a:solidFill>
                  <a:schemeClr val="bg1"/>
                </a:solidFill>
              </a:rPr>
              <a:t> </a:t>
            </a:r>
            <a:r>
              <a:rPr lang="en-ID" dirty="0" err="1">
                <a:solidFill>
                  <a:schemeClr val="bg1"/>
                </a:solidFill>
              </a:rPr>
              <a:t>atau</a:t>
            </a:r>
            <a:r>
              <a:rPr lang="en-ID" dirty="0">
                <a:solidFill>
                  <a:schemeClr val="bg1"/>
                </a:solidFill>
              </a:rPr>
              <a:t> </a:t>
            </a:r>
            <a:r>
              <a:rPr lang="en-ID" dirty="0" err="1">
                <a:solidFill>
                  <a:schemeClr val="bg1"/>
                </a:solidFill>
              </a:rPr>
              <a:t>fungsi</a:t>
            </a:r>
            <a:r>
              <a:rPr lang="en-ID" dirty="0">
                <a:solidFill>
                  <a:schemeClr val="bg1"/>
                </a:solidFill>
              </a:rPr>
              <a:t> lain, </a:t>
            </a:r>
            <a:r>
              <a:rPr lang="en-ID" dirty="0" err="1">
                <a:solidFill>
                  <a:schemeClr val="bg1"/>
                </a:solidFill>
              </a:rPr>
              <a:t>alih-alih</a:t>
            </a:r>
            <a:r>
              <a:rPr lang="en-ID" dirty="0">
                <a:solidFill>
                  <a:schemeClr val="bg1"/>
                </a:solidFill>
              </a:rPr>
              <a:t> </a:t>
            </a:r>
            <a:r>
              <a:rPr lang="en-ID" dirty="0" err="1">
                <a:solidFill>
                  <a:schemeClr val="bg1"/>
                </a:solidFill>
              </a:rPr>
              <a:t>membuangnya</a:t>
            </a:r>
            <a:r>
              <a:rPr lang="en-ID" dirty="0">
                <a:solidFill>
                  <a:schemeClr val="bg1"/>
                </a:solidFill>
              </a:rPr>
              <a:t>, </a:t>
            </a:r>
            <a:r>
              <a:rPr lang="en-ID" dirty="0" err="1">
                <a:solidFill>
                  <a:schemeClr val="bg1"/>
                </a:solidFill>
              </a:rPr>
              <a:t>untuk</a:t>
            </a:r>
            <a:r>
              <a:rPr lang="en-ID" dirty="0">
                <a:solidFill>
                  <a:schemeClr val="bg1"/>
                </a:solidFill>
              </a:rPr>
              <a:t> </a:t>
            </a:r>
            <a:r>
              <a:rPr lang="en-ID" dirty="0" err="1">
                <a:solidFill>
                  <a:schemeClr val="bg1"/>
                </a:solidFill>
              </a:rPr>
              <a:t>menghemat</a:t>
            </a:r>
            <a:r>
              <a:rPr lang="en-ID" dirty="0">
                <a:solidFill>
                  <a:schemeClr val="bg1"/>
                </a:solidFill>
              </a:rPr>
              <a:t> </a:t>
            </a:r>
            <a:r>
              <a:rPr lang="en-ID" dirty="0" err="1">
                <a:solidFill>
                  <a:schemeClr val="bg1"/>
                </a:solidFill>
              </a:rPr>
              <a:t>sumber</a:t>
            </a:r>
            <a:r>
              <a:rPr lang="en-ID" dirty="0">
                <a:solidFill>
                  <a:schemeClr val="bg1"/>
                </a:solidFill>
              </a:rPr>
              <a:t> </a:t>
            </a:r>
            <a:r>
              <a:rPr lang="en-ID" dirty="0" err="1">
                <a:solidFill>
                  <a:schemeClr val="bg1"/>
                </a:solidFill>
              </a:rPr>
              <a:t>daya</a:t>
            </a:r>
            <a:r>
              <a:rPr lang="en-ID" dirty="0">
                <a:solidFill>
                  <a:schemeClr val="bg1"/>
                </a:solidFill>
              </a:rPr>
              <a:t> dan </a:t>
            </a:r>
            <a:r>
              <a:rPr lang="en-ID" dirty="0" err="1">
                <a:solidFill>
                  <a:schemeClr val="bg1"/>
                </a:solidFill>
              </a:rPr>
              <a:t>mengurangi</a:t>
            </a:r>
            <a:r>
              <a:rPr lang="en-ID" dirty="0">
                <a:solidFill>
                  <a:schemeClr val="bg1"/>
                </a:solidFill>
              </a:rPr>
              <a:t> </a:t>
            </a:r>
            <a:r>
              <a:rPr lang="en-ID" dirty="0" err="1">
                <a:solidFill>
                  <a:schemeClr val="bg1"/>
                </a:solidFill>
              </a:rPr>
              <a:t>sampah</a:t>
            </a:r>
            <a:r>
              <a:rPr lang="en-ID" b="0" i="0" dirty="0">
                <a:solidFill>
                  <a:schemeClr val="bg1"/>
                </a:solidFill>
                <a:effectLst/>
                <a:latin typeface="Google Sans"/>
              </a:rPr>
              <a:t>.</a:t>
            </a:r>
            <a:endParaRPr lang="en-ID" dirty="0">
              <a:solidFill>
                <a:schemeClr val="bg1"/>
              </a:solidFill>
              <a:latin typeface="Berlin Sans FB" panose="020E0602020502020306" pitchFamily="34" charset="0"/>
            </a:endParaRPr>
          </a:p>
        </p:txBody>
      </p:sp>
      <p:pic>
        <p:nvPicPr>
          <p:cNvPr id="6146" name="Picture 2" descr="Recycle icon reuse logo green color recycle symbolvector illustration |  Premium Vector">
            <a:extLst>
              <a:ext uri="{FF2B5EF4-FFF2-40B4-BE49-F238E27FC236}">
                <a16:creationId xmlns:a16="http://schemas.microsoft.com/office/drawing/2014/main" id="{81A9E786-E878-4FFC-9600-54B85427BF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>
                        <a14:foregroundMark x1="57508" y1="23303" x2="57508" y2="23303"/>
                        <a14:foregroundMark x1="76358" y1="44037" x2="76358" y2="44037"/>
                        <a14:foregroundMark x1="47284" y1="78165" x2="47284" y2="7816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63096" y="4071374"/>
            <a:ext cx="3145448" cy="27384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865101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00B050"/>
            </a:gs>
            <a:gs pos="50000">
              <a:schemeClr val="tx1"/>
            </a:gs>
          </a:gsLst>
          <a:path path="circle">
            <a:fillToRect l="100000" b="100000"/>
          </a:path>
          <a:tileRect t="-100000" r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ardrop 3">
            <a:extLst>
              <a:ext uri="{FF2B5EF4-FFF2-40B4-BE49-F238E27FC236}">
                <a16:creationId xmlns:a16="http://schemas.microsoft.com/office/drawing/2014/main" id="{C408F117-5395-4AEB-AD23-E949F9FA3B0E}"/>
              </a:ext>
            </a:extLst>
          </p:cNvPr>
          <p:cNvSpPr/>
          <p:nvPr/>
        </p:nvSpPr>
        <p:spPr>
          <a:xfrm>
            <a:off x="9209649" y="0"/>
            <a:ext cx="2982351" cy="2771336"/>
          </a:xfrm>
          <a:prstGeom prst="teardrop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BC77AF1-1C69-4919-976D-C8E2DBCF3FDF}"/>
              </a:ext>
            </a:extLst>
          </p:cNvPr>
          <p:cNvSpPr txBox="1"/>
          <p:nvPr/>
        </p:nvSpPr>
        <p:spPr>
          <a:xfrm>
            <a:off x="1631852" y="2274837"/>
            <a:ext cx="209005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Bold" panose="020B0502040204020203" pitchFamily="34" charset="0"/>
              </a:rPr>
              <a:t>RECYCLE</a:t>
            </a:r>
            <a:endParaRPr lang="en-ID" sz="3000" dirty="0">
              <a:solidFill>
                <a:srgbClr val="00B05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ahnschrift SemiBold" panose="020B05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7506424-D1B7-4E82-BC26-FC84FA83D873}"/>
              </a:ext>
            </a:extLst>
          </p:cNvPr>
          <p:cNvSpPr txBox="1"/>
          <p:nvPr/>
        </p:nvSpPr>
        <p:spPr>
          <a:xfrm>
            <a:off x="1631852" y="2828835"/>
            <a:ext cx="569540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dirty="0">
                <a:solidFill>
                  <a:schemeClr val="bg1"/>
                </a:solidFill>
              </a:rPr>
              <a:t>proses </a:t>
            </a:r>
            <a:r>
              <a:rPr lang="en-ID" dirty="0" err="1">
                <a:solidFill>
                  <a:schemeClr val="bg1"/>
                </a:solidFill>
              </a:rPr>
              <a:t>mengolah</a:t>
            </a:r>
            <a:r>
              <a:rPr lang="en-ID" dirty="0">
                <a:solidFill>
                  <a:schemeClr val="bg1"/>
                </a:solidFill>
              </a:rPr>
              <a:t> </a:t>
            </a:r>
            <a:r>
              <a:rPr lang="en-ID" dirty="0" err="1">
                <a:solidFill>
                  <a:schemeClr val="bg1"/>
                </a:solidFill>
              </a:rPr>
              <a:t>kembali</a:t>
            </a:r>
            <a:r>
              <a:rPr lang="en-ID" dirty="0">
                <a:solidFill>
                  <a:schemeClr val="bg1"/>
                </a:solidFill>
              </a:rPr>
              <a:t> </a:t>
            </a:r>
            <a:r>
              <a:rPr lang="en-ID" dirty="0" err="1">
                <a:solidFill>
                  <a:schemeClr val="bg1"/>
                </a:solidFill>
              </a:rPr>
              <a:t>sampah</a:t>
            </a:r>
            <a:r>
              <a:rPr lang="en-ID" dirty="0">
                <a:solidFill>
                  <a:schemeClr val="bg1"/>
                </a:solidFill>
              </a:rPr>
              <a:t> </a:t>
            </a:r>
            <a:r>
              <a:rPr lang="en-ID" dirty="0" err="1">
                <a:solidFill>
                  <a:schemeClr val="bg1"/>
                </a:solidFill>
              </a:rPr>
              <a:t>atau</a:t>
            </a:r>
            <a:r>
              <a:rPr lang="en-ID" dirty="0">
                <a:solidFill>
                  <a:schemeClr val="bg1"/>
                </a:solidFill>
              </a:rPr>
              <a:t> </a:t>
            </a:r>
            <a:r>
              <a:rPr lang="en-ID" dirty="0" err="1">
                <a:solidFill>
                  <a:schemeClr val="bg1"/>
                </a:solidFill>
              </a:rPr>
              <a:t>bahan</a:t>
            </a:r>
            <a:r>
              <a:rPr lang="en-ID" dirty="0">
                <a:solidFill>
                  <a:schemeClr val="bg1"/>
                </a:solidFill>
              </a:rPr>
              <a:t> </a:t>
            </a:r>
            <a:r>
              <a:rPr lang="en-ID" dirty="0" err="1">
                <a:solidFill>
                  <a:schemeClr val="bg1"/>
                </a:solidFill>
              </a:rPr>
              <a:t>bekas</a:t>
            </a:r>
            <a:r>
              <a:rPr lang="en-ID" dirty="0">
                <a:solidFill>
                  <a:schemeClr val="bg1"/>
                </a:solidFill>
              </a:rPr>
              <a:t> </a:t>
            </a:r>
            <a:r>
              <a:rPr lang="en-ID" dirty="0" err="1">
                <a:solidFill>
                  <a:schemeClr val="bg1"/>
                </a:solidFill>
              </a:rPr>
              <a:t>menjadi</a:t>
            </a:r>
            <a:r>
              <a:rPr lang="en-ID" dirty="0">
                <a:solidFill>
                  <a:schemeClr val="bg1"/>
                </a:solidFill>
              </a:rPr>
              <a:t> </a:t>
            </a:r>
            <a:r>
              <a:rPr lang="en-ID" dirty="0" err="1">
                <a:solidFill>
                  <a:schemeClr val="bg1"/>
                </a:solidFill>
              </a:rPr>
              <a:t>produk</a:t>
            </a:r>
            <a:r>
              <a:rPr lang="en-ID" dirty="0">
                <a:solidFill>
                  <a:schemeClr val="bg1"/>
                </a:solidFill>
              </a:rPr>
              <a:t> </a:t>
            </a:r>
            <a:r>
              <a:rPr lang="en-ID" dirty="0" err="1">
                <a:solidFill>
                  <a:schemeClr val="bg1"/>
                </a:solidFill>
              </a:rPr>
              <a:t>baru</a:t>
            </a:r>
            <a:r>
              <a:rPr lang="en-ID" dirty="0">
                <a:solidFill>
                  <a:schemeClr val="bg1"/>
                </a:solidFill>
              </a:rPr>
              <a:t> yang </a:t>
            </a:r>
            <a:r>
              <a:rPr lang="en-ID" dirty="0" err="1">
                <a:solidFill>
                  <a:schemeClr val="bg1"/>
                </a:solidFill>
              </a:rPr>
              <a:t>bermanfaat</a:t>
            </a:r>
            <a:r>
              <a:rPr lang="en-ID" b="0" i="0" dirty="0">
                <a:solidFill>
                  <a:schemeClr val="bg1"/>
                </a:solidFill>
                <a:effectLst/>
                <a:latin typeface="Google Sans"/>
              </a:rPr>
              <a:t>, </a:t>
            </a:r>
            <a:r>
              <a:rPr lang="en-ID" b="0" i="0" dirty="0" err="1">
                <a:solidFill>
                  <a:schemeClr val="bg1"/>
                </a:solidFill>
                <a:effectLst/>
                <a:latin typeface="Google Sans"/>
              </a:rPr>
              <a:t>tujuannya</a:t>
            </a:r>
            <a:r>
              <a:rPr lang="en-ID" b="0" i="0" dirty="0">
                <a:solidFill>
                  <a:schemeClr val="bg1"/>
                </a:solidFill>
                <a:effectLst/>
                <a:latin typeface="Google Sans"/>
              </a:rPr>
              <a:t> </a:t>
            </a:r>
            <a:r>
              <a:rPr lang="en-ID" b="0" i="0" dirty="0" err="1">
                <a:solidFill>
                  <a:schemeClr val="bg1"/>
                </a:solidFill>
                <a:effectLst/>
                <a:latin typeface="Google Sans"/>
              </a:rPr>
              <a:t>untuk</a:t>
            </a:r>
            <a:r>
              <a:rPr lang="en-ID" b="0" i="0" dirty="0">
                <a:solidFill>
                  <a:schemeClr val="bg1"/>
                </a:solidFill>
                <a:effectLst/>
                <a:latin typeface="Google Sans"/>
              </a:rPr>
              <a:t> </a:t>
            </a:r>
            <a:r>
              <a:rPr lang="en-ID" b="0" i="0" dirty="0" err="1">
                <a:solidFill>
                  <a:schemeClr val="bg1"/>
                </a:solidFill>
                <a:effectLst/>
                <a:latin typeface="Google Sans"/>
              </a:rPr>
              <a:t>mengurangi</a:t>
            </a:r>
            <a:r>
              <a:rPr lang="en-ID" b="0" i="0" dirty="0">
                <a:solidFill>
                  <a:schemeClr val="bg1"/>
                </a:solidFill>
                <a:effectLst/>
                <a:latin typeface="Google Sans"/>
              </a:rPr>
              <a:t> </a:t>
            </a:r>
            <a:r>
              <a:rPr lang="en-ID" b="0" i="0" dirty="0" err="1">
                <a:solidFill>
                  <a:schemeClr val="bg1"/>
                </a:solidFill>
                <a:effectLst/>
                <a:latin typeface="Google Sans"/>
              </a:rPr>
              <a:t>sampah</a:t>
            </a:r>
            <a:r>
              <a:rPr lang="en-ID" b="0" i="0" dirty="0">
                <a:solidFill>
                  <a:schemeClr val="bg1"/>
                </a:solidFill>
                <a:effectLst/>
                <a:latin typeface="Google Sans"/>
              </a:rPr>
              <a:t>, </a:t>
            </a:r>
            <a:r>
              <a:rPr lang="en-ID" b="0" i="0" dirty="0" err="1">
                <a:solidFill>
                  <a:schemeClr val="bg1"/>
                </a:solidFill>
                <a:effectLst/>
                <a:latin typeface="Google Sans"/>
              </a:rPr>
              <a:t>menghemat</a:t>
            </a:r>
            <a:r>
              <a:rPr lang="en-ID" b="0" i="0" dirty="0">
                <a:solidFill>
                  <a:schemeClr val="bg1"/>
                </a:solidFill>
                <a:effectLst/>
                <a:latin typeface="Google Sans"/>
              </a:rPr>
              <a:t> </a:t>
            </a:r>
            <a:r>
              <a:rPr lang="en-ID" b="0" i="0" dirty="0" err="1">
                <a:solidFill>
                  <a:schemeClr val="bg1"/>
                </a:solidFill>
                <a:effectLst/>
                <a:latin typeface="Google Sans"/>
              </a:rPr>
              <a:t>sumber</a:t>
            </a:r>
            <a:r>
              <a:rPr lang="en-ID" b="0" i="0" dirty="0">
                <a:solidFill>
                  <a:schemeClr val="bg1"/>
                </a:solidFill>
                <a:effectLst/>
                <a:latin typeface="Google Sans"/>
              </a:rPr>
              <a:t> </a:t>
            </a:r>
            <a:r>
              <a:rPr lang="en-ID" b="0" i="0" dirty="0" err="1">
                <a:solidFill>
                  <a:schemeClr val="bg1"/>
                </a:solidFill>
                <a:effectLst/>
                <a:latin typeface="Google Sans"/>
              </a:rPr>
              <a:t>daya</a:t>
            </a:r>
            <a:r>
              <a:rPr lang="en-ID" b="0" i="0" dirty="0">
                <a:solidFill>
                  <a:schemeClr val="bg1"/>
                </a:solidFill>
                <a:effectLst/>
                <a:latin typeface="Google Sans"/>
              </a:rPr>
              <a:t> </a:t>
            </a:r>
            <a:r>
              <a:rPr lang="en-ID" b="0" i="0" dirty="0" err="1">
                <a:solidFill>
                  <a:schemeClr val="bg1"/>
                </a:solidFill>
                <a:effectLst/>
                <a:latin typeface="Google Sans"/>
              </a:rPr>
              <a:t>alam</a:t>
            </a:r>
            <a:r>
              <a:rPr lang="en-ID" b="0" i="0" dirty="0">
                <a:solidFill>
                  <a:schemeClr val="bg1"/>
                </a:solidFill>
                <a:effectLst/>
                <a:latin typeface="Google Sans"/>
              </a:rPr>
              <a:t>, dan </a:t>
            </a:r>
            <a:r>
              <a:rPr lang="en-ID" b="0" i="0" dirty="0" err="1">
                <a:solidFill>
                  <a:schemeClr val="bg1"/>
                </a:solidFill>
                <a:effectLst/>
                <a:latin typeface="Google Sans"/>
              </a:rPr>
              <a:t>mengurangi</a:t>
            </a:r>
            <a:r>
              <a:rPr lang="en-ID" b="0" i="0" dirty="0">
                <a:solidFill>
                  <a:schemeClr val="bg1"/>
                </a:solidFill>
                <a:effectLst/>
                <a:latin typeface="Google Sans"/>
              </a:rPr>
              <a:t> </a:t>
            </a:r>
            <a:r>
              <a:rPr lang="en-ID" b="0" i="0" dirty="0" err="1">
                <a:solidFill>
                  <a:schemeClr val="bg1"/>
                </a:solidFill>
                <a:effectLst/>
                <a:latin typeface="Google Sans"/>
              </a:rPr>
              <a:t>pencemaran</a:t>
            </a:r>
            <a:r>
              <a:rPr lang="en-ID" b="0" i="0" dirty="0">
                <a:solidFill>
                  <a:schemeClr val="bg1"/>
                </a:solidFill>
                <a:effectLst/>
                <a:latin typeface="Google Sans"/>
              </a:rPr>
              <a:t> </a:t>
            </a:r>
            <a:r>
              <a:rPr lang="en-ID" b="0" i="0" dirty="0" err="1">
                <a:solidFill>
                  <a:schemeClr val="bg1"/>
                </a:solidFill>
                <a:effectLst/>
                <a:latin typeface="Google Sans"/>
              </a:rPr>
              <a:t>lingkungan</a:t>
            </a:r>
            <a:r>
              <a:rPr lang="en-ID" b="0" i="0" dirty="0">
                <a:solidFill>
                  <a:schemeClr val="bg1"/>
                </a:solidFill>
                <a:effectLst/>
                <a:latin typeface="Google Sans"/>
              </a:rPr>
              <a:t> </a:t>
            </a:r>
            <a:r>
              <a:rPr lang="en-ID" b="0" i="0" dirty="0" err="1">
                <a:solidFill>
                  <a:schemeClr val="bg1"/>
                </a:solidFill>
                <a:effectLst/>
                <a:latin typeface="Google Sans"/>
              </a:rPr>
              <a:t>dengan</a:t>
            </a:r>
            <a:r>
              <a:rPr lang="en-ID" b="0" i="0" dirty="0">
                <a:solidFill>
                  <a:schemeClr val="bg1"/>
                </a:solidFill>
                <a:effectLst/>
                <a:latin typeface="Google Sans"/>
              </a:rPr>
              <a:t> </a:t>
            </a:r>
            <a:r>
              <a:rPr lang="en-ID" b="0" i="0" dirty="0" err="1">
                <a:solidFill>
                  <a:schemeClr val="bg1"/>
                </a:solidFill>
                <a:effectLst/>
                <a:latin typeface="Google Sans"/>
              </a:rPr>
              <a:t>mengubah</a:t>
            </a:r>
            <a:r>
              <a:rPr lang="en-ID" b="0" i="0" dirty="0">
                <a:solidFill>
                  <a:schemeClr val="bg1"/>
                </a:solidFill>
                <a:effectLst/>
                <a:latin typeface="Google Sans"/>
              </a:rPr>
              <a:t> </a:t>
            </a:r>
            <a:r>
              <a:rPr lang="en-ID" b="0" i="0" dirty="0" err="1">
                <a:solidFill>
                  <a:schemeClr val="bg1"/>
                </a:solidFill>
                <a:effectLst/>
                <a:latin typeface="Google Sans"/>
              </a:rPr>
              <a:t>limbah</a:t>
            </a:r>
            <a:r>
              <a:rPr lang="en-ID" b="0" i="0" dirty="0">
                <a:solidFill>
                  <a:schemeClr val="bg1"/>
                </a:solidFill>
                <a:effectLst/>
                <a:latin typeface="Google Sans"/>
              </a:rPr>
              <a:t> (</a:t>
            </a:r>
            <a:r>
              <a:rPr lang="en-ID" b="0" i="0" dirty="0" err="1">
                <a:solidFill>
                  <a:schemeClr val="bg1"/>
                </a:solidFill>
                <a:effectLst/>
                <a:latin typeface="Google Sans"/>
              </a:rPr>
              <a:t>seperti</a:t>
            </a:r>
            <a:r>
              <a:rPr lang="en-ID" b="0" i="0" dirty="0">
                <a:solidFill>
                  <a:schemeClr val="bg1"/>
                </a:solidFill>
                <a:effectLst/>
                <a:latin typeface="Google Sans"/>
              </a:rPr>
              <a:t> </a:t>
            </a:r>
            <a:r>
              <a:rPr lang="en-ID" b="0" i="0" dirty="0" err="1">
                <a:solidFill>
                  <a:schemeClr val="bg1"/>
                </a:solidFill>
                <a:effectLst/>
                <a:latin typeface="Google Sans"/>
              </a:rPr>
              <a:t>plastik</a:t>
            </a:r>
            <a:r>
              <a:rPr lang="en-ID" b="0" i="0" dirty="0">
                <a:solidFill>
                  <a:schemeClr val="bg1"/>
                </a:solidFill>
                <a:effectLst/>
                <a:latin typeface="Google Sans"/>
              </a:rPr>
              <a:t>, </a:t>
            </a:r>
            <a:r>
              <a:rPr lang="en-ID" b="0" i="0" dirty="0" err="1">
                <a:solidFill>
                  <a:schemeClr val="bg1"/>
                </a:solidFill>
                <a:effectLst/>
                <a:latin typeface="Google Sans"/>
              </a:rPr>
              <a:t>kertas</a:t>
            </a:r>
            <a:r>
              <a:rPr lang="en-ID" b="0" i="0" dirty="0">
                <a:solidFill>
                  <a:schemeClr val="bg1"/>
                </a:solidFill>
                <a:effectLst/>
                <a:latin typeface="Google Sans"/>
              </a:rPr>
              <a:t>, </a:t>
            </a:r>
            <a:r>
              <a:rPr lang="en-ID" b="0" i="0" dirty="0" err="1">
                <a:solidFill>
                  <a:schemeClr val="bg1"/>
                </a:solidFill>
                <a:effectLst/>
                <a:latin typeface="Google Sans"/>
              </a:rPr>
              <a:t>logam</a:t>
            </a:r>
            <a:r>
              <a:rPr lang="en-ID" b="0" i="0" dirty="0">
                <a:solidFill>
                  <a:schemeClr val="bg1"/>
                </a:solidFill>
                <a:effectLst/>
                <a:latin typeface="Google Sans"/>
              </a:rPr>
              <a:t>, </a:t>
            </a:r>
            <a:r>
              <a:rPr lang="en-ID" b="0" i="0" dirty="0" err="1">
                <a:solidFill>
                  <a:schemeClr val="bg1"/>
                </a:solidFill>
                <a:effectLst/>
                <a:latin typeface="Google Sans"/>
              </a:rPr>
              <a:t>kaca</a:t>
            </a:r>
            <a:r>
              <a:rPr lang="en-ID" b="0" i="0" dirty="0">
                <a:solidFill>
                  <a:schemeClr val="bg1"/>
                </a:solidFill>
                <a:effectLst/>
                <a:latin typeface="Google Sans"/>
              </a:rPr>
              <a:t>) </a:t>
            </a:r>
            <a:r>
              <a:rPr lang="en-ID" b="0" i="0" dirty="0" err="1">
                <a:solidFill>
                  <a:schemeClr val="bg1"/>
                </a:solidFill>
                <a:effectLst/>
                <a:latin typeface="Google Sans"/>
              </a:rPr>
              <a:t>menjadi</a:t>
            </a:r>
            <a:r>
              <a:rPr lang="en-ID" b="0" i="0" dirty="0">
                <a:solidFill>
                  <a:schemeClr val="bg1"/>
                </a:solidFill>
                <a:effectLst/>
                <a:latin typeface="Google Sans"/>
              </a:rPr>
              <a:t> </a:t>
            </a:r>
            <a:r>
              <a:rPr lang="en-ID" b="0" i="0" dirty="0" err="1">
                <a:solidFill>
                  <a:schemeClr val="bg1"/>
                </a:solidFill>
                <a:effectLst/>
                <a:latin typeface="Google Sans"/>
              </a:rPr>
              <a:t>bahan</a:t>
            </a:r>
            <a:r>
              <a:rPr lang="en-ID" b="0" i="0" dirty="0">
                <a:solidFill>
                  <a:schemeClr val="bg1"/>
                </a:solidFill>
                <a:effectLst/>
                <a:latin typeface="Google Sans"/>
              </a:rPr>
              <a:t> </a:t>
            </a:r>
            <a:r>
              <a:rPr lang="en-ID" b="0" i="0" dirty="0" err="1">
                <a:solidFill>
                  <a:schemeClr val="bg1"/>
                </a:solidFill>
                <a:effectLst/>
                <a:latin typeface="Google Sans"/>
              </a:rPr>
              <a:t>baku</a:t>
            </a:r>
            <a:r>
              <a:rPr lang="en-ID" b="0" i="0" dirty="0">
                <a:solidFill>
                  <a:schemeClr val="bg1"/>
                </a:solidFill>
                <a:effectLst/>
                <a:latin typeface="Google Sans"/>
              </a:rPr>
              <a:t> </a:t>
            </a:r>
            <a:r>
              <a:rPr lang="en-ID" b="0" i="0" dirty="0" err="1">
                <a:solidFill>
                  <a:schemeClr val="bg1"/>
                </a:solidFill>
                <a:effectLst/>
                <a:latin typeface="Google Sans"/>
              </a:rPr>
              <a:t>baru</a:t>
            </a:r>
            <a:r>
              <a:rPr lang="en-ID" b="0" i="0" dirty="0">
                <a:solidFill>
                  <a:schemeClr val="bg1"/>
                </a:solidFill>
                <a:effectLst/>
                <a:latin typeface="Google Sans"/>
              </a:rPr>
              <a:t> yang </a:t>
            </a:r>
            <a:r>
              <a:rPr lang="en-ID" b="0" i="0" dirty="0" err="1">
                <a:solidFill>
                  <a:schemeClr val="bg1"/>
                </a:solidFill>
                <a:effectLst/>
                <a:latin typeface="Google Sans"/>
              </a:rPr>
              <a:t>bisa</a:t>
            </a:r>
            <a:r>
              <a:rPr lang="en-ID" b="0" i="0" dirty="0">
                <a:solidFill>
                  <a:schemeClr val="bg1"/>
                </a:solidFill>
                <a:effectLst/>
                <a:latin typeface="Google Sans"/>
              </a:rPr>
              <a:t> </a:t>
            </a:r>
            <a:r>
              <a:rPr lang="en-ID" b="0" i="0" dirty="0" err="1">
                <a:solidFill>
                  <a:schemeClr val="bg1"/>
                </a:solidFill>
                <a:effectLst/>
                <a:latin typeface="Google Sans"/>
              </a:rPr>
              <a:t>digunakan</a:t>
            </a:r>
            <a:r>
              <a:rPr lang="en-ID" b="0" i="0" dirty="0">
                <a:solidFill>
                  <a:schemeClr val="bg1"/>
                </a:solidFill>
                <a:effectLst/>
                <a:latin typeface="Google Sans"/>
              </a:rPr>
              <a:t> </a:t>
            </a:r>
            <a:r>
              <a:rPr lang="en-ID" b="0" i="0" dirty="0" err="1">
                <a:solidFill>
                  <a:schemeClr val="bg1"/>
                </a:solidFill>
                <a:effectLst/>
                <a:latin typeface="Google Sans"/>
              </a:rPr>
              <a:t>lagi</a:t>
            </a:r>
            <a:r>
              <a:rPr lang="en-ID" b="0" i="0" dirty="0">
                <a:solidFill>
                  <a:schemeClr val="bg1"/>
                </a:solidFill>
                <a:effectLst/>
                <a:latin typeface="Google Sans"/>
              </a:rPr>
              <a:t>.</a:t>
            </a:r>
            <a:endParaRPr lang="en-ID" dirty="0">
              <a:solidFill>
                <a:schemeClr val="bg1"/>
              </a:solidFill>
              <a:latin typeface="Berlin Sans FB" panose="020E0602020502020306" pitchFamily="34" charset="0"/>
            </a:endParaRPr>
          </a:p>
        </p:txBody>
      </p:sp>
      <p:pic>
        <p:nvPicPr>
          <p:cNvPr id="7170" name="Picture 2" descr="Understanding Recycling Symbols &amp; Packaging Labels">
            <a:extLst>
              <a:ext uri="{FF2B5EF4-FFF2-40B4-BE49-F238E27FC236}">
                <a16:creationId xmlns:a16="http://schemas.microsoft.com/office/drawing/2014/main" id="{83AAA12C-AB49-4718-9860-3E4B407076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>
                        <a14:foregroundMark x1="35750" y1="28563" x2="35750" y2="28563"/>
                        <a14:foregroundMark x1="28375" y1="50313" x2="28375" y2="50313"/>
                        <a14:foregroundMark x1="39188" y1="71625" x2="39188" y2="71625"/>
                        <a14:foregroundMark x1="67938" y1="68563" x2="67938" y2="68563"/>
                        <a14:foregroundMark x1="76375" y1="45313" x2="76375" y2="4531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09649" y="0"/>
            <a:ext cx="2828836" cy="28288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047678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FFFF00"/>
            </a:gs>
            <a:gs pos="50000">
              <a:schemeClr val="tx1"/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ardrop 3">
            <a:extLst>
              <a:ext uri="{FF2B5EF4-FFF2-40B4-BE49-F238E27FC236}">
                <a16:creationId xmlns:a16="http://schemas.microsoft.com/office/drawing/2014/main" id="{C408F117-5395-4AEB-AD23-E949F9FA3B0E}"/>
              </a:ext>
            </a:extLst>
          </p:cNvPr>
          <p:cNvSpPr/>
          <p:nvPr/>
        </p:nvSpPr>
        <p:spPr>
          <a:xfrm rot="16200000">
            <a:off x="-105509" y="105508"/>
            <a:ext cx="2982351" cy="2771336"/>
          </a:xfrm>
          <a:prstGeom prst="teardrop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BC77AF1-1C69-4919-976D-C8E2DBCF3FDF}"/>
              </a:ext>
            </a:extLst>
          </p:cNvPr>
          <p:cNvSpPr txBox="1"/>
          <p:nvPr/>
        </p:nvSpPr>
        <p:spPr>
          <a:xfrm>
            <a:off x="5373858" y="2091340"/>
            <a:ext cx="209005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Bold" panose="020B0502040204020203" pitchFamily="34" charset="0"/>
              </a:rPr>
              <a:t>REPLACE</a:t>
            </a:r>
            <a:endParaRPr lang="en-ID" sz="3000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ahnschrift SemiBold" panose="020B05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7506424-D1B7-4E82-BC26-FC84FA83D873}"/>
              </a:ext>
            </a:extLst>
          </p:cNvPr>
          <p:cNvSpPr txBox="1"/>
          <p:nvPr/>
        </p:nvSpPr>
        <p:spPr>
          <a:xfrm>
            <a:off x="5373858" y="2645338"/>
            <a:ext cx="569540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b="0" i="0" dirty="0" err="1">
                <a:solidFill>
                  <a:schemeClr val="bg1"/>
                </a:solidFill>
                <a:effectLst/>
                <a:latin typeface="Google Sans"/>
              </a:rPr>
              <a:t>mengganti</a:t>
            </a:r>
            <a:r>
              <a:rPr lang="en-ID" b="0" i="0" dirty="0">
                <a:solidFill>
                  <a:schemeClr val="bg1"/>
                </a:solidFill>
                <a:effectLst/>
                <a:latin typeface="Google Sans"/>
              </a:rPr>
              <a:t> </a:t>
            </a:r>
            <a:r>
              <a:rPr lang="en-ID" b="0" i="0" dirty="0" err="1">
                <a:solidFill>
                  <a:schemeClr val="bg1"/>
                </a:solidFill>
                <a:effectLst/>
                <a:latin typeface="Google Sans"/>
              </a:rPr>
              <a:t>pemakaian</a:t>
            </a:r>
            <a:r>
              <a:rPr lang="en-ID" b="0" i="0" dirty="0">
                <a:solidFill>
                  <a:schemeClr val="bg1"/>
                </a:solidFill>
                <a:effectLst/>
                <a:latin typeface="Google Sans"/>
              </a:rPr>
              <a:t> </a:t>
            </a:r>
            <a:r>
              <a:rPr lang="en-ID" b="0" i="0" dirty="0" err="1">
                <a:solidFill>
                  <a:schemeClr val="bg1"/>
                </a:solidFill>
                <a:effectLst/>
                <a:latin typeface="Google Sans"/>
              </a:rPr>
              <a:t>barang</a:t>
            </a:r>
            <a:r>
              <a:rPr lang="en-ID" b="0" i="0" dirty="0">
                <a:solidFill>
                  <a:schemeClr val="bg1"/>
                </a:solidFill>
                <a:effectLst/>
                <a:latin typeface="Google Sans"/>
              </a:rPr>
              <a:t> </a:t>
            </a:r>
            <a:r>
              <a:rPr lang="en-ID" b="0" i="0" dirty="0" err="1">
                <a:solidFill>
                  <a:schemeClr val="bg1"/>
                </a:solidFill>
                <a:effectLst/>
                <a:latin typeface="Google Sans"/>
              </a:rPr>
              <a:t>sekali</a:t>
            </a:r>
            <a:r>
              <a:rPr lang="en-ID" b="0" i="0" dirty="0">
                <a:solidFill>
                  <a:schemeClr val="bg1"/>
                </a:solidFill>
                <a:effectLst/>
                <a:latin typeface="Google Sans"/>
              </a:rPr>
              <a:t> </a:t>
            </a:r>
            <a:r>
              <a:rPr lang="en-ID" b="0" i="0" dirty="0" err="1">
                <a:solidFill>
                  <a:schemeClr val="bg1"/>
                </a:solidFill>
                <a:effectLst/>
                <a:latin typeface="Google Sans"/>
              </a:rPr>
              <a:t>pakai</a:t>
            </a:r>
            <a:r>
              <a:rPr lang="en-ID" b="0" i="0" dirty="0">
                <a:solidFill>
                  <a:schemeClr val="bg1"/>
                </a:solidFill>
                <a:effectLst/>
                <a:latin typeface="Google Sans"/>
              </a:rPr>
              <a:t> </a:t>
            </a:r>
            <a:r>
              <a:rPr lang="en-ID" b="0" i="0" dirty="0" err="1">
                <a:solidFill>
                  <a:schemeClr val="bg1"/>
                </a:solidFill>
                <a:effectLst/>
                <a:latin typeface="Google Sans"/>
              </a:rPr>
              <a:t>dengan</a:t>
            </a:r>
            <a:r>
              <a:rPr lang="en-ID" b="0" i="0" dirty="0">
                <a:solidFill>
                  <a:schemeClr val="bg1"/>
                </a:solidFill>
                <a:effectLst/>
                <a:latin typeface="Google Sans"/>
              </a:rPr>
              <a:t> </a:t>
            </a:r>
            <a:r>
              <a:rPr lang="en-ID" b="0" i="0" dirty="0" err="1">
                <a:solidFill>
                  <a:schemeClr val="bg1"/>
                </a:solidFill>
                <a:effectLst/>
                <a:latin typeface="Google Sans"/>
              </a:rPr>
              <a:t>alternatif</a:t>
            </a:r>
            <a:r>
              <a:rPr lang="en-ID" b="0" i="0" dirty="0">
                <a:solidFill>
                  <a:schemeClr val="bg1"/>
                </a:solidFill>
                <a:effectLst/>
                <a:latin typeface="Google Sans"/>
              </a:rPr>
              <a:t> yang </a:t>
            </a:r>
            <a:r>
              <a:rPr lang="en-ID" b="0" i="0" dirty="0" err="1">
                <a:solidFill>
                  <a:schemeClr val="bg1"/>
                </a:solidFill>
                <a:effectLst/>
                <a:latin typeface="Google Sans"/>
              </a:rPr>
              <a:t>lebih</a:t>
            </a:r>
            <a:r>
              <a:rPr lang="en-ID" b="0" i="0" dirty="0">
                <a:solidFill>
                  <a:schemeClr val="bg1"/>
                </a:solidFill>
                <a:effectLst/>
                <a:latin typeface="Google Sans"/>
              </a:rPr>
              <a:t> </a:t>
            </a:r>
            <a:r>
              <a:rPr lang="en-ID" b="0" i="0" dirty="0" err="1">
                <a:solidFill>
                  <a:schemeClr val="bg1"/>
                </a:solidFill>
                <a:effectLst/>
                <a:latin typeface="Google Sans"/>
              </a:rPr>
              <a:t>ramah</a:t>
            </a:r>
            <a:r>
              <a:rPr lang="en-ID" b="0" i="0" dirty="0">
                <a:solidFill>
                  <a:schemeClr val="bg1"/>
                </a:solidFill>
                <a:effectLst/>
                <a:latin typeface="Google Sans"/>
              </a:rPr>
              <a:t> </a:t>
            </a:r>
            <a:r>
              <a:rPr lang="en-ID" b="0" i="0" dirty="0" err="1">
                <a:solidFill>
                  <a:schemeClr val="bg1"/>
                </a:solidFill>
                <a:effectLst/>
                <a:latin typeface="Google Sans"/>
              </a:rPr>
              <a:t>lingkungan</a:t>
            </a:r>
            <a:r>
              <a:rPr lang="en-ID" b="0" i="0" dirty="0">
                <a:solidFill>
                  <a:schemeClr val="bg1"/>
                </a:solidFill>
                <a:effectLst/>
                <a:latin typeface="Google Sans"/>
              </a:rPr>
              <a:t> dan </a:t>
            </a:r>
            <a:r>
              <a:rPr lang="en-ID" b="0" i="0" dirty="0" err="1">
                <a:solidFill>
                  <a:schemeClr val="bg1"/>
                </a:solidFill>
                <a:effectLst/>
                <a:latin typeface="Google Sans"/>
              </a:rPr>
              <a:t>bisa</a:t>
            </a:r>
            <a:r>
              <a:rPr lang="en-ID" b="0" i="0" dirty="0">
                <a:solidFill>
                  <a:schemeClr val="bg1"/>
                </a:solidFill>
                <a:effectLst/>
                <a:latin typeface="Google Sans"/>
              </a:rPr>
              <a:t> </a:t>
            </a:r>
            <a:r>
              <a:rPr lang="en-ID" b="0" i="0" dirty="0" err="1">
                <a:solidFill>
                  <a:schemeClr val="bg1"/>
                </a:solidFill>
                <a:effectLst/>
                <a:latin typeface="Google Sans"/>
              </a:rPr>
              <a:t>digunakan</a:t>
            </a:r>
            <a:r>
              <a:rPr lang="en-ID" b="0" i="0" dirty="0">
                <a:solidFill>
                  <a:schemeClr val="bg1"/>
                </a:solidFill>
                <a:effectLst/>
                <a:latin typeface="Google Sans"/>
              </a:rPr>
              <a:t> </a:t>
            </a:r>
            <a:r>
              <a:rPr lang="en-ID" b="0" i="0" dirty="0" err="1">
                <a:solidFill>
                  <a:schemeClr val="bg1"/>
                </a:solidFill>
                <a:effectLst/>
                <a:latin typeface="Google Sans"/>
              </a:rPr>
              <a:t>kembali</a:t>
            </a:r>
            <a:r>
              <a:rPr lang="en-ID" b="0" i="0" dirty="0">
                <a:solidFill>
                  <a:schemeClr val="bg1"/>
                </a:solidFill>
                <a:effectLst/>
                <a:latin typeface="Google Sans"/>
              </a:rPr>
              <a:t> </a:t>
            </a:r>
            <a:r>
              <a:rPr lang="en-ID" b="0" i="0" dirty="0" err="1">
                <a:solidFill>
                  <a:schemeClr val="bg1"/>
                </a:solidFill>
                <a:effectLst/>
                <a:latin typeface="Google Sans"/>
              </a:rPr>
              <a:t>untuk</a:t>
            </a:r>
            <a:r>
              <a:rPr lang="en-ID" b="0" i="0" dirty="0">
                <a:solidFill>
                  <a:schemeClr val="bg1"/>
                </a:solidFill>
                <a:effectLst/>
                <a:latin typeface="Google Sans"/>
              </a:rPr>
              <a:t> </a:t>
            </a:r>
            <a:r>
              <a:rPr lang="en-ID" b="0" i="0" dirty="0" err="1">
                <a:solidFill>
                  <a:schemeClr val="bg1"/>
                </a:solidFill>
                <a:effectLst/>
                <a:latin typeface="Google Sans"/>
              </a:rPr>
              <a:t>mengurangi</a:t>
            </a:r>
            <a:r>
              <a:rPr lang="en-ID" b="0" i="0" dirty="0">
                <a:solidFill>
                  <a:schemeClr val="bg1"/>
                </a:solidFill>
                <a:effectLst/>
                <a:latin typeface="Google Sans"/>
              </a:rPr>
              <a:t> </a:t>
            </a:r>
            <a:r>
              <a:rPr lang="en-ID" b="0" i="0" dirty="0" err="1">
                <a:solidFill>
                  <a:schemeClr val="bg1"/>
                </a:solidFill>
                <a:effectLst/>
                <a:latin typeface="Google Sans"/>
              </a:rPr>
              <a:t>jumlah</a:t>
            </a:r>
            <a:r>
              <a:rPr lang="en-ID" b="0" i="0" dirty="0">
                <a:solidFill>
                  <a:schemeClr val="bg1"/>
                </a:solidFill>
                <a:effectLst/>
                <a:latin typeface="Google Sans"/>
              </a:rPr>
              <a:t> </a:t>
            </a:r>
            <a:r>
              <a:rPr lang="en-ID" b="0" i="0" dirty="0" err="1">
                <a:solidFill>
                  <a:schemeClr val="bg1"/>
                </a:solidFill>
                <a:effectLst/>
                <a:latin typeface="Google Sans"/>
              </a:rPr>
              <a:t>sampah</a:t>
            </a:r>
            <a:r>
              <a:rPr lang="en-ID" b="0" i="0" dirty="0">
                <a:solidFill>
                  <a:schemeClr val="bg1"/>
                </a:solidFill>
                <a:effectLst/>
                <a:latin typeface="Google Sans"/>
              </a:rPr>
              <a:t> yang </a:t>
            </a:r>
            <a:r>
              <a:rPr lang="en-ID" b="0" i="0" dirty="0" err="1">
                <a:solidFill>
                  <a:schemeClr val="bg1"/>
                </a:solidFill>
                <a:effectLst/>
                <a:latin typeface="Google Sans"/>
              </a:rPr>
              <a:t>dihasilkan</a:t>
            </a:r>
            <a:r>
              <a:rPr lang="en-ID" b="0" i="0" dirty="0">
                <a:solidFill>
                  <a:schemeClr val="bg1"/>
                </a:solidFill>
                <a:effectLst/>
                <a:latin typeface="Google Sans"/>
              </a:rPr>
              <a:t>, </a:t>
            </a:r>
            <a:r>
              <a:rPr lang="en-ID" b="0" i="0" dirty="0" err="1">
                <a:solidFill>
                  <a:schemeClr val="bg1"/>
                </a:solidFill>
                <a:effectLst/>
                <a:latin typeface="Google Sans"/>
              </a:rPr>
              <a:t>contohnya</a:t>
            </a:r>
            <a:r>
              <a:rPr lang="en-ID" b="0" i="0" dirty="0">
                <a:solidFill>
                  <a:schemeClr val="bg1"/>
                </a:solidFill>
                <a:effectLst/>
                <a:latin typeface="Google Sans"/>
              </a:rPr>
              <a:t> </a:t>
            </a:r>
            <a:r>
              <a:rPr lang="en-ID" b="0" i="0" dirty="0" err="1">
                <a:solidFill>
                  <a:schemeClr val="bg1"/>
                </a:solidFill>
                <a:effectLst/>
                <a:latin typeface="Google Sans"/>
              </a:rPr>
              <a:t>mengganti</a:t>
            </a:r>
            <a:r>
              <a:rPr lang="en-ID" b="0" i="0" dirty="0">
                <a:solidFill>
                  <a:schemeClr val="bg1"/>
                </a:solidFill>
                <a:effectLst/>
                <a:latin typeface="Google Sans"/>
              </a:rPr>
              <a:t> </a:t>
            </a:r>
            <a:r>
              <a:rPr lang="en-ID" b="0" i="0" dirty="0" err="1">
                <a:solidFill>
                  <a:schemeClr val="bg1"/>
                </a:solidFill>
                <a:effectLst/>
                <a:latin typeface="Google Sans"/>
              </a:rPr>
              <a:t>kantong</a:t>
            </a:r>
            <a:r>
              <a:rPr lang="en-ID" b="0" i="0" dirty="0">
                <a:solidFill>
                  <a:schemeClr val="bg1"/>
                </a:solidFill>
                <a:effectLst/>
                <a:latin typeface="Google Sans"/>
              </a:rPr>
              <a:t> </a:t>
            </a:r>
            <a:r>
              <a:rPr lang="en-ID" b="0" i="0" dirty="0" err="1">
                <a:solidFill>
                  <a:schemeClr val="bg1"/>
                </a:solidFill>
                <a:effectLst/>
                <a:latin typeface="Google Sans"/>
              </a:rPr>
              <a:t>plastik</a:t>
            </a:r>
            <a:r>
              <a:rPr lang="en-ID" b="0" i="0" dirty="0">
                <a:solidFill>
                  <a:schemeClr val="bg1"/>
                </a:solidFill>
                <a:effectLst/>
                <a:latin typeface="Google Sans"/>
              </a:rPr>
              <a:t> </a:t>
            </a:r>
            <a:r>
              <a:rPr lang="en-ID" b="0" i="0" dirty="0" err="1">
                <a:solidFill>
                  <a:schemeClr val="bg1"/>
                </a:solidFill>
                <a:effectLst/>
                <a:latin typeface="Google Sans"/>
              </a:rPr>
              <a:t>dengan</a:t>
            </a:r>
            <a:r>
              <a:rPr lang="en-ID" b="0" i="0" dirty="0">
                <a:solidFill>
                  <a:schemeClr val="bg1"/>
                </a:solidFill>
                <a:effectLst/>
                <a:latin typeface="Google Sans"/>
              </a:rPr>
              <a:t> </a:t>
            </a:r>
            <a:r>
              <a:rPr lang="en-ID" b="0" i="0" dirty="0" err="1">
                <a:solidFill>
                  <a:schemeClr val="bg1"/>
                </a:solidFill>
                <a:effectLst/>
                <a:latin typeface="Google Sans"/>
              </a:rPr>
              <a:t>tas</a:t>
            </a:r>
            <a:r>
              <a:rPr lang="en-ID" b="0" i="0" dirty="0">
                <a:solidFill>
                  <a:schemeClr val="bg1"/>
                </a:solidFill>
                <a:effectLst/>
                <a:latin typeface="Google Sans"/>
              </a:rPr>
              <a:t> </a:t>
            </a:r>
            <a:r>
              <a:rPr lang="en-ID" b="0" i="0" dirty="0" err="1">
                <a:solidFill>
                  <a:schemeClr val="bg1"/>
                </a:solidFill>
                <a:effectLst/>
                <a:latin typeface="Google Sans"/>
              </a:rPr>
              <a:t>belanja</a:t>
            </a:r>
            <a:r>
              <a:rPr lang="en-ID" b="0" i="0" dirty="0">
                <a:solidFill>
                  <a:schemeClr val="bg1"/>
                </a:solidFill>
                <a:effectLst/>
                <a:latin typeface="Google Sans"/>
              </a:rPr>
              <a:t> </a:t>
            </a:r>
            <a:r>
              <a:rPr lang="en-ID" b="0" i="0" dirty="0" err="1">
                <a:solidFill>
                  <a:schemeClr val="bg1"/>
                </a:solidFill>
                <a:effectLst/>
                <a:latin typeface="Google Sans"/>
              </a:rPr>
              <a:t>kain</a:t>
            </a:r>
            <a:r>
              <a:rPr lang="en-ID" b="0" i="0" dirty="0">
                <a:solidFill>
                  <a:schemeClr val="bg1"/>
                </a:solidFill>
                <a:effectLst/>
                <a:latin typeface="Google Sans"/>
              </a:rPr>
              <a:t> </a:t>
            </a:r>
            <a:r>
              <a:rPr lang="en-ID" b="0" i="0" dirty="0" err="1">
                <a:solidFill>
                  <a:schemeClr val="bg1"/>
                </a:solidFill>
                <a:effectLst/>
                <a:latin typeface="Google Sans"/>
              </a:rPr>
              <a:t>atau</a:t>
            </a:r>
            <a:r>
              <a:rPr lang="en-ID" b="0" i="0" dirty="0">
                <a:solidFill>
                  <a:schemeClr val="bg1"/>
                </a:solidFill>
                <a:effectLst/>
                <a:latin typeface="Google Sans"/>
              </a:rPr>
              <a:t> </a:t>
            </a:r>
            <a:r>
              <a:rPr lang="en-ID" b="0" i="0" dirty="0" err="1">
                <a:solidFill>
                  <a:schemeClr val="bg1"/>
                </a:solidFill>
                <a:effectLst/>
                <a:latin typeface="Google Sans"/>
              </a:rPr>
              <a:t>tisu</a:t>
            </a:r>
            <a:r>
              <a:rPr lang="en-ID" b="0" i="0" dirty="0">
                <a:solidFill>
                  <a:schemeClr val="bg1"/>
                </a:solidFill>
                <a:effectLst/>
                <a:latin typeface="Google Sans"/>
              </a:rPr>
              <a:t> </a:t>
            </a:r>
            <a:r>
              <a:rPr lang="en-ID" b="0" i="0" dirty="0" err="1">
                <a:solidFill>
                  <a:schemeClr val="bg1"/>
                </a:solidFill>
                <a:effectLst/>
                <a:latin typeface="Google Sans"/>
              </a:rPr>
              <a:t>sekali</a:t>
            </a:r>
            <a:r>
              <a:rPr lang="en-ID" b="0" i="0" dirty="0">
                <a:solidFill>
                  <a:schemeClr val="bg1"/>
                </a:solidFill>
                <a:effectLst/>
                <a:latin typeface="Google Sans"/>
              </a:rPr>
              <a:t> </a:t>
            </a:r>
            <a:r>
              <a:rPr lang="en-ID" b="0" i="0" dirty="0" err="1">
                <a:solidFill>
                  <a:schemeClr val="bg1"/>
                </a:solidFill>
                <a:effectLst/>
                <a:latin typeface="Google Sans"/>
              </a:rPr>
              <a:t>pakai</a:t>
            </a:r>
            <a:r>
              <a:rPr lang="en-ID" b="0" i="0" dirty="0">
                <a:solidFill>
                  <a:schemeClr val="bg1"/>
                </a:solidFill>
                <a:effectLst/>
                <a:latin typeface="Google Sans"/>
              </a:rPr>
              <a:t> </a:t>
            </a:r>
            <a:r>
              <a:rPr lang="en-ID" b="0" i="0" dirty="0" err="1">
                <a:solidFill>
                  <a:schemeClr val="bg1"/>
                </a:solidFill>
                <a:effectLst/>
                <a:latin typeface="Google Sans"/>
              </a:rPr>
              <a:t>dengan</a:t>
            </a:r>
            <a:r>
              <a:rPr lang="en-ID" b="0" i="0" dirty="0">
                <a:solidFill>
                  <a:schemeClr val="bg1"/>
                </a:solidFill>
                <a:effectLst/>
                <a:latin typeface="Google Sans"/>
              </a:rPr>
              <a:t> </a:t>
            </a:r>
            <a:r>
              <a:rPr lang="en-ID" b="0" i="0" dirty="0" err="1">
                <a:solidFill>
                  <a:schemeClr val="bg1"/>
                </a:solidFill>
                <a:effectLst/>
                <a:latin typeface="Google Sans"/>
              </a:rPr>
              <a:t>sapu</a:t>
            </a:r>
            <a:r>
              <a:rPr lang="en-ID" b="0" i="0" dirty="0">
                <a:solidFill>
                  <a:schemeClr val="bg1"/>
                </a:solidFill>
                <a:effectLst/>
                <a:latin typeface="Google Sans"/>
              </a:rPr>
              <a:t> </a:t>
            </a:r>
            <a:r>
              <a:rPr lang="en-ID" b="0" i="0" dirty="0" err="1">
                <a:solidFill>
                  <a:schemeClr val="bg1"/>
                </a:solidFill>
                <a:effectLst/>
                <a:latin typeface="Google Sans"/>
              </a:rPr>
              <a:t>tangan</a:t>
            </a:r>
            <a:r>
              <a:rPr lang="en-ID" b="0" i="0" dirty="0">
                <a:solidFill>
                  <a:schemeClr val="bg1"/>
                </a:solidFill>
                <a:effectLst/>
                <a:latin typeface="Google Sans"/>
              </a:rPr>
              <a:t>. </a:t>
            </a:r>
            <a:endParaRPr lang="en-ID" dirty="0">
              <a:solidFill>
                <a:schemeClr val="bg1"/>
              </a:solidFill>
              <a:latin typeface="Berlin Sans FB" panose="020E0602020502020306" pitchFamily="34" charset="0"/>
            </a:endParaRPr>
          </a:p>
        </p:txBody>
      </p:sp>
      <p:pic>
        <p:nvPicPr>
          <p:cNvPr id="8194" name="Picture 2" descr="replace icon vector double reverse arrow exchange linear sign for graphic  design, logo, web site, social media, mobile app, ui illustration. 6662131  Vector Art at Vecteezy">
            <a:extLst>
              <a:ext uri="{FF2B5EF4-FFF2-40B4-BE49-F238E27FC236}">
                <a16:creationId xmlns:a16="http://schemas.microsoft.com/office/drawing/2014/main" id="{8B9395D3-FE6C-4792-B756-D1670E2686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prstClr val="black"/>
              <a:schemeClr val="accent4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8980" b="90000" l="10000" r="90000">
                        <a14:foregroundMark x1="53163" y1="8980" x2="53163" y2="8980"/>
                        <a14:foregroundMark x1="73061" y1="68265" x2="73061" y2="6826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247" y="370500"/>
            <a:ext cx="2274838" cy="22748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195778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7030A0"/>
            </a:gs>
            <a:gs pos="51000">
              <a:schemeClr val="tx1"/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BC77AF1-1C69-4919-976D-C8E2DBCF3FDF}"/>
              </a:ext>
            </a:extLst>
          </p:cNvPr>
          <p:cNvSpPr txBox="1"/>
          <p:nvPr/>
        </p:nvSpPr>
        <p:spPr>
          <a:xfrm>
            <a:off x="4386774" y="2133543"/>
            <a:ext cx="3418451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Bold" panose="020B0502040204020203" pitchFamily="34" charset="0"/>
              </a:rPr>
              <a:t>THANK YOU</a:t>
            </a:r>
            <a:endParaRPr lang="en-ID" sz="7000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ahnschrift SemiBold" panose="020B0502040204020203" pitchFamily="34" charset="0"/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E1A31BE8-6BC2-40AA-9958-CEF5A7791448}"/>
              </a:ext>
            </a:extLst>
          </p:cNvPr>
          <p:cNvSpPr/>
          <p:nvPr/>
        </p:nvSpPr>
        <p:spPr>
          <a:xfrm>
            <a:off x="6095999" y="4019689"/>
            <a:ext cx="117565" cy="143691"/>
          </a:xfrm>
          <a:prstGeom prst="ellipse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27228131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505</TotalTime>
  <Words>496</Words>
  <Application>Microsoft Office PowerPoint</Application>
  <PresentationFormat>Widescreen</PresentationFormat>
  <Paragraphs>37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1" baseType="lpstr">
      <vt:lpstr>Abadi</vt:lpstr>
      <vt:lpstr>Arial</vt:lpstr>
      <vt:lpstr>Bahnschrift SemiBold</vt:lpstr>
      <vt:lpstr>Bauhaus 93</vt:lpstr>
      <vt:lpstr>Berlin Sans FB</vt:lpstr>
      <vt:lpstr>Calibri</vt:lpstr>
      <vt:lpstr>Calibri Light</vt:lpstr>
      <vt:lpstr>Eras Bold ITC</vt:lpstr>
      <vt:lpstr>Google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user</cp:lastModifiedBy>
  <cp:revision>25</cp:revision>
  <dcterms:created xsi:type="dcterms:W3CDTF">2026-01-11T02:44:05Z</dcterms:created>
  <dcterms:modified xsi:type="dcterms:W3CDTF">2026-01-12T17:52:46Z</dcterms:modified>
</cp:coreProperties>
</file>